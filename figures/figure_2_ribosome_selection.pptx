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7772400"/>
  <p:notesSz cx="77724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9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274" d="100"/>
          <a:sy n="274" d="100"/>
        </p:scale>
        <p:origin x="-9224" y="-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150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 is the complete editable source for BICS Figure 2. Panel A is composed entirely of native PowerPoint shapes. Panel B values: WT 0.616-0.859; Restrictive 0.713-0.990. Panel C points: (1,0.825), (0.1,0.0465), (0.01,0.00450). Product comparison: restrictive ratio remains lower when U &lt; 3.6.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GURE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7406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7406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143"/>
          <p:cNvSpPr/>
          <p:nvPr/>
        </p:nvSpPr>
        <p:spPr>
          <a:xfrm>
            <a:off x="411479" y="3723757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75" name="Text 173"/>
          <p:cNvSpPr/>
          <p:nvPr/>
        </p:nvSpPr>
        <p:spPr>
          <a:xfrm>
            <a:off x="6522465" y="3760333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000" dirty="0"/>
          </a:p>
        </p:txBody>
      </p:sp>
      <p:sp>
        <p:nvSpPr>
          <p:cNvPr id="20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2164207" y="7406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6025449" y="179868"/>
            <a:ext cx="2540110" cy="2899571"/>
          </a:xfrm>
          <a:prstGeom prst="roundRect">
            <a:avLst>
              <a:gd name="adj" fmla="val 3175"/>
            </a:avLst>
          </a:prstGeom>
          <a:solidFill>
            <a:srgbClr val="FFF1E0"/>
          </a:solidFill>
          <a:ln w="10160">
            <a:solidFill>
              <a:srgbClr val="E3E6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7" name="Shape 4">
            <a:extLst>
              <a:ext uri="{FF2B5EF4-FFF2-40B4-BE49-F238E27FC236}">
                <a16:creationId xmlns:a16="http://schemas.microsoft.com/office/drawing/2014/main" id="{E6843FA3-A1F9-5F3D-6A24-DAF7F88AB555}"/>
              </a:ext>
            </a:extLst>
          </p:cNvPr>
          <p:cNvSpPr/>
          <p:nvPr/>
        </p:nvSpPr>
        <p:spPr>
          <a:xfrm>
            <a:off x="6317828" y="1882745"/>
            <a:ext cx="1997145" cy="19402"/>
          </a:xfrm>
          <a:prstGeom prst="line">
            <a:avLst/>
          </a:prstGeom>
          <a:noFill/>
          <a:ln w="1778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8" name="Shape 5">
            <a:extLst>
              <a:ext uri="{FF2B5EF4-FFF2-40B4-BE49-F238E27FC236}">
                <a16:creationId xmlns:a16="http://schemas.microsoft.com/office/drawing/2014/main" id="{35518B09-79FA-1639-7FA9-DDE7BB528ADE}"/>
              </a:ext>
            </a:extLst>
          </p:cNvPr>
          <p:cNvSpPr/>
          <p:nvPr/>
        </p:nvSpPr>
        <p:spPr>
          <a:xfrm>
            <a:off x="6868723" y="1824543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9" name="Shape 6">
            <a:extLst>
              <a:ext uri="{FF2B5EF4-FFF2-40B4-BE49-F238E27FC236}">
                <a16:creationId xmlns:a16="http://schemas.microsoft.com/office/drawing/2014/main" id="{46934C35-8B99-6879-0B48-60D394FC14F8}"/>
              </a:ext>
            </a:extLst>
          </p:cNvPr>
          <p:cNvSpPr/>
          <p:nvPr/>
        </p:nvSpPr>
        <p:spPr>
          <a:xfrm>
            <a:off x="6956821" y="1824543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0" name="Shape 7">
            <a:extLst>
              <a:ext uri="{FF2B5EF4-FFF2-40B4-BE49-F238E27FC236}">
                <a16:creationId xmlns:a16="http://schemas.microsoft.com/office/drawing/2014/main" id="{B4AD4126-7579-2029-6E23-CD58610070B3}"/>
              </a:ext>
            </a:extLst>
          </p:cNvPr>
          <p:cNvSpPr/>
          <p:nvPr/>
        </p:nvSpPr>
        <p:spPr>
          <a:xfrm>
            <a:off x="7044918" y="1824543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1" name="Shape 8">
            <a:extLst>
              <a:ext uri="{FF2B5EF4-FFF2-40B4-BE49-F238E27FC236}">
                <a16:creationId xmlns:a16="http://schemas.microsoft.com/office/drawing/2014/main" id="{F76D2E0B-651D-022A-D732-9A6CF4D663B9}"/>
              </a:ext>
            </a:extLst>
          </p:cNvPr>
          <p:cNvSpPr/>
          <p:nvPr/>
        </p:nvSpPr>
        <p:spPr>
          <a:xfrm>
            <a:off x="7133016" y="1824543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2" name="Shape 9">
            <a:extLst>
              <a:ext uri="{FF2B5EF4-FFF2-40B4-BE49-F238E27FC236}">
                <a16:creationId xmlns:a16="http://schemas.microsoft.com/office/drawing/2014/main" id="{453CB313-9222-ED25-1B58-80F4074BB7AA}"/>
              </a:ext>
            </a:extLst>
          </p:cNvPr>
          <p:cNvSpPr/>
          <p:nvPr/>
        </p:nvSpPr>
        <p:spPr>
          <a:xfrm>
            <a:off x="7221113" y="1824543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Shape 10">
            <a:extLst>
              <a:ext uri="{FF2B5EF4-FFF2-40B4-BE49-F238E27FC236}">
                <a16:creationId xmlns:a16="http://schemas.microsoft.com/office/drawing/2014/main" id="{AA22481C-5171-7D54-94DD-0513667DCA4B}"/>
              </a:ext>
            </a:extLst>
          </p:cNvPr>
          <p:cNvSpPr/>
          <p:nvPr/>
        </p:nvSpPr>
        <p:spPr>
          <a:xfrm>
            <a:off x="7309211" y="1824543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Shape 11">
            <a:extLst>
              <a:ext uri="{FF2B5EF4-FFF2-40B4-BE49-F238E27FC236}">
                <a16:creationId xmlns:a16="http://schemas.microsoft.com/office/drawing/2014/main" id="{6E03C686-E421-4D59-CF44-A134452DC351}"/>
              </a:ext>
            </a:extLst>
          </p:cNvPr>
          <p:cNvSpPr/>
          <p:nvPr/>
        </p:nvSpPr>
        <p:spPr>
          <a:xfrm>
            <a:off x="7397307" y="1824543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5" name="Shape 12">
            <a:extLst>
              <a:ext uri="{FF2B5EF4-FFF2-40B4-BE49-F238E27FC236}">
                <a16:creationId xmlns:a16="http://schemas.microsoft.com/office/drawing/2014/main" id="{1B881B15-AFC6-4E45-F9D8-3AF4430FE08A}"/>
              </a:ext>
            </a:extLst>
          </p:cNvPr>
          <p:cNvSpPr/>
          <p:nvPr/>
        </p:nvSpPr>
        <p:spPr>
          <a:xfrm>
            <a:off x="7485405" y="1824543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Shape 13">
            <a:extLst>
              <a:ext uri="{FF2B5EF4-FFF2-40B4-BE49-F238E27FC236}">
                <a16:creationId xmlns:a16="http://schemas.microsoft.com/office/drawing/2014/main" id="{F8DEAAD1-DF79-45A4-0E1B-314DABA5ECAE}"/>
              </a:ext>
            </a:extLst>
          </p:cNvPr>
          <p:cNvSpPr/>
          <p:nvPr/>
        </p:nvSpPr>
        <p:spPr>
          <a:xfrm>
            <a:off x="7573502" y="1824543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14">
            <a:extLst>
              <a:ext uri="{FF2B5EF4-FFF2-40B4-BE49-F238E27FC236}">
                <a16:creationId xmlns:a16="http://schemas.microsoft.com/office/drawing/2014/main" id="{2FEE14EF-6B8F-3DB6-4693-B3DC9606EB71}"/>
              </a:ext>
            </a:extLst>
          </p:cNvPr>
          <p:cNvSpPr/>
          <p:nvPr/>
        </p:nvSpPr>
        <p:spPr>
          <a:xfrm>
            <a:off x="7661600" y="1824543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Shape 15">
            <a:extLst>
              <a:ext uri="{FF2B5EF4-FFF2-40B4-BE49-F238E27FC236}">
                <a16:creationId xmlns:a16="http://schemas.microsoft.com/office/drawing/2014/main" id="{187B5FBC-979A-6BD1-0286-BB609C806C71}"/>
              </a:ext>
            </a:extLst>
          </p:cNvPr>
          <p:cNvSpPr/>
          <p:nvPr/>
        </p:nvSpPr>
        <p:spPr>
          <a:xfrm>
            <a:off x="7749698" y="1824543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16">
            <a:extLst>
              <a:ext uri="{FF2B5EF4-FFF2-40B4-BE49-F238E27FC236}">
                <a16:creationId xmlns:a16="http://schemas.microsoft.com/office/drawing/2014/main" id="{A3D9F5FF-331A-3DDF-EBE6-7003901F9138}"/>
              </a:ext>
            </a:extLst>
          </p:cNvPr>
          <p:cNvSpPr/>
          <p:nvPr/>
        </p:nvSpPr>
        <p:spPr>
          <a:xfrm>
            <a:off x="6942911" y="1591734"/>
            <a:ext cx="741873" cy="407416"/>
          </a:xfrm>
          <a:prstGeom prst="ellipse">
            <a:avLst/>
          </a:prstGeom>
          <a:solidFill>
            <a:srgbClr val="C7D6E4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17">
            <a:extLst>
              <a:ext uri="{FF2B5EF4-FFF2-40B4-BE49-F238E27FC236}">
                <a16:creationId xmlns:a16="http://schemas.microsoft.com/office/drawing/2014/main" id="{A6F4B239-86F2-8861-0684-5A5AA7170CF0}"/>
              </a:ext>
            </a:extLst>
          </p:cNvPr>
          <p:cNvSpPr/>
          <p:nvPr/>
        </p:nvSpPr>
        <p:spPr>
          <a:xfrm>
            <a:off x="7017098" y="1439702"/>
            <a:ext cx="593499" cy="329813"/>
          </a:xfrm>
          <a:prstGeom prst="ellipse">
            <a:avLst/>
          </a:prstGeom>
          <a:solidFill>
            <a:srgbClr val="D9E3EC"/>
          </a:solidFill>
          <a:ln w="1270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1" name="Shape 15">
            <a:extLst>
              <a:ext uri="{FF2B5EF4-FFF2-40B4-BE49-F238E27FC236}">
                <a16:creationId xmlns:a16="http://schemas.microsoft.com/office/drawing/2014/main" id="{B2D09E24-3EDE-8287-8D09-D93500B1AF8D}"/>
              </a:ext>
            </a:extLst>
          </p:cNvPr>
          <p:cNvSpPr/>
          <p:nvPr/>
        </p:nvSpPr>
        <p:spPr>
          <a:xfrm>
            <a:off x="7917695" y="1824547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2" name="Shape 15">
            <a:extLst>
              <a:ext uri="{FF2B5EF4-FFF2-40B4-BE49-F238E27FC236}">
                <a16:creationId xmlns:a16="http://schemas.microsoft.com/office/drawing/2014/main" id="{357F33A8-02BF-3381-5220-3F9A0F6D6815}"/>
              </a:ext>
            </a:extLst>
          </p:cNvPr>
          <p:cNvSpPr/>
          <p:nvPr/>
        </p:nvSpPr>
        <p:spPr>
          <a:xfrm>
            <a:off x="8095572" y="1824546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Shape 15">
            <a:extLst>
              <a:ext uri="{FF2B5EF4-FFF2-40B4-BE49-F238E27FC236}">
                <a16:creationId xmlns:a16="http://schemas.microsoft.com/office/drawing/2014/main" id="{5ED32954-5C45-4127-785F-AB61527029C6}"/>
              </a:ext>
            </a:extLst>
          </p:cNvPr>
          <p:cNvSpPr/>
          <p:nvPr/>
        </p:nvSpPr>
        <p:spPr>
          <a:xfrm>
            <a:off x="8248744" y="1824546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4" name="Shape 15">
            <a:extLst>
              <a:ext uri="{FF2B5EF4-FFF2-40B4-BE49-F238E27FC236}">
                <a16:creationId xmlns:a16="http://schemas.microsoft.com/office/drawing/2014/main" id="{AB3A47D7-669C-F86B-811C-0EA32EAA6272}"/>
              </a:ext>
            </a:extLst>
          </p:cNvPr>
          <p:cNvSpPr/>
          <p:nvPr/>
        </p:nvSpPr>
        <p:spPr>
          <a:xfrm>
            <a:off x="6717009" y="1825341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5" name="Shape 15">
            <a:extLst>
              <a:ext uri="{FF2B5EF4-FFF2-40B4-BE49-F238E27FC236}">
                <a16:creationId xmlns:a16="http://schemas.microsoft.com/office/drawing/2014/main" id="{173B13DB-9739-9D10-7947-9843D45E5205}"/>
              </a:ext>
            </a:extLst>
          </p:cNvPr>
          <p:cNvSpPr/>
          <p:nvPr/>
        </p:nvSpPr>
        <p:spPr>
          <a:xfrm>
            <a:off x="6549013" y="182017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6" name="Shape 15">
            <a:extLst>
              <a:ext uri="{FF2B5EF4-FFF2-40B4-BE49-F238E27FC236}">
                <a16:creationId xmlns:a16="http://schemas.microsoft.com/office/drawing/2014/main" id="{05CA0162-06D2-8EB9-7ACB-E0666D203EB6}"/>
              </a:ext>
            </a:extLst>
          </p:cNvPr>
          <p:cNvSpPr/>
          <p:nvPr/>
        </p:nvSpPr>
        <p:spPr>
          <a:xfrm>
            <a:off x="6385963" y="1824551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68785" y="180688"/>
            <a:ext cx="2771946" cy="2899571"/>
          </a:xfrm>
          <a:prstGeom prst="roundRect">
            <a:avLst>
              <a:gd name="adj" fmla="val 2909"/>
            </a:avLst>
          </a:prstGeom>
          <a:solidFill>
            <a:srgbClr val="F3F3F3"/>
          </a:solidFill>
          <a:ln w="10160">
            <a:solidFill>
              <a:srgbClr val="E3E6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44384" y="306001"/>
            <a:ext cx="2610669" cy="33740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tRNA encounter</a:t>
            </a:r>
            <a:endParaRPr lang="en-US" sz="1330" dirty="0"/>
          </a:p>
        </p:txBody>
      </p:sp>
      <p:sp>
        <p:nvSpPr>
          <p:cNvPr id="5" name="Text 3"/>
          <p:cNvSpPr/>
          <p:nvPr/>
        </p:nvSpPr>
        <p:spPr>
          <a:xfrm>
            <a:off x="689323" y="2549314"/>
            <a:ext cx="2610668" cy="470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</a:t>
            </a: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tRNAs</a:t>
            </a: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compete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ribosome.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218135" y="1150270"/>
            <a:ext cx="0" cy="0"/>
          </a:xfrm>
          <a:prstGeom prst="line">
            <a:avLst/>
          </a:prstGeom>
          <a:noFill/>
          <a:ln w="22911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827963" y="928848"/>
            <a:ext cx="0" cy="0"/>
          </a:xfrm>
          <a:prstGeom prst="line">
            <a:avLst/>
          </a:prstGeom>
          <a:noFill/>
          <a:ln w="22911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3496170" y="1736932"/>
            <a:ext cx="181436" cy="0"/>
          </a:xfrm>
          <a:prstGeom prst="line">
            <a:avLst/>
          </a:prstGeom>
          <a:noFill/>
          <a:ln w="26670">
            <a:solidFill>
              <a:srgbClr val="5B657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689355" y="179868"/>
            <a:ext cx="2066359" cy="2899571"/>
          </a:xfrm>
          <a:prstGeom prst="roundRect">
            <a:avLst>
              <a:gd name="adj" fmla="val 3902"/>
            </a:avLst>
          </a:prstGeom>
          <a:solidFill>
            <a:srgbClr val="E7F3FB"/>
          </a:solidFill>
          <a:ln w="10160">
            <a:solidFill>
              <a:srgbClr val="E3E6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778405" y="306001"/>
            <a:ext cx="1905083" cy="33740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selection</a:t>
            </a:r>
            <a:endParaRPr lang="en-US" sz="1330" dirty="0"/>
          </a:p>
        </p:txBody>
      </p:sp>
      <p:sp>
        <p:nvSpPr>
          <p:cNvPr id="47" name="Text 45"/>
          <p:cNvSpPr/>
          <p:nvPr/>
        </p:nvSpPr>
        <p:spPr>
          <a:xfrm>
            <a:off x="3745559" y="2515293"/>
            <a:ext cx="1864763" cy="524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Sets which tRNAs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proofreading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4317674" y="1001391"/>
            <a:ext cx="0" cy="0"/>
          </a:xfrm>
          <a:prstGeom prst="line">
            <a:avLst/>
          </a:prstGeom>
          <a:noFill/>
          <a:ln w="24587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5102891" y="1106830"/>
            <a:ext cx="0" cy="0"/>
          </a:xfrm>
          <a:prstGeom prst="line">
            <a:avLst/>
          </a:prstGeom>
          <a:noFill/>
          <a:ln w="24587">
            <a:solidFill>
              <a:srgbClr val="E69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5824605" y="1736932"/>
            <a:ext cx="181436" cy="0"/>
          </a:xfrm>
          <a:prstGeom prst="line">
            <a:avLst/>
          </a:prstGeom>
          <a:noFill/>
          <a:ln w="26670">
            <a:solidFill>
              <a:srgbClr val="5B657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6106839" y="306001"/>
            <a:ext cx="2378833" cy="33740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Proofreading</a:t>
            </a:r>
            <a:endParaRPr lang="en-US" sz="1330" dirty="0"/>
          </a:p>
        </p:txBody>
      </p:sp>
      <p:sp>
        <p:nvSpPr>
          <p:cNvPr id="77" name="Text 75"/>
          <p:cNvSpPr/>
          <p:nvPr/>
        </p:nvSpPr>
        <p:spPr>
          <a:xfrm>
            <a:off x="6126999" y="2386542"/>
            <a:ext cx="2338514" cy="6693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acceptance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measurements define local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 bounds</a:t>
            </a:r>
            <a:endParaRPr lang="en-US" sz="1400" dirty="0"/>
          </a:p>
        </p:txBody>
      </p:sp>
      <p:sp>
        <p:nvSpPr>
          <p:cNvPr id="104" name="Text 102"/>
          <p:cNvSpPr/>
          <p:nvPr/>
        </p:nvSpPr>
        <p:spPr>
          <a:xfrm>
            <a:off x="6716115" y="1276708"/>
            <a:ext cx="453591" cy="1897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</a:t>
            </a:r>
            <a:endParaRPr lang="en-US" sz="1000" b="1" dirty="0"/>
          </a:p>
        </p:txBody>
      </p:sp>
      <p:sp>
        <p:nvSpPr>
          <p:cNvPr id="108" name="Shape 106"/>
          <p:cNvSpPr/>
          <p:nvPr/>
        </p:nvSpPr>
        <p:spPr>
          <a:xfrm>
            <a:off x="8626790" y="1736932"/>
            <a:ext cx="181436" cy="0"/>
          </a:xfrm>
          <a:prstGeom prst="line">
            <a:avLst/>
          </a:prstGeom>
          <a:noFill/>
          <a:ln w="26670">
            <a:solidFill>
              <a:srgbClr val="5B657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8805381" y="179867"/>
            <a:ext cx="2671148" cy="2899571"/>
          </a:xfrm>
          <a:prstGeom prst="roundRect">
            <a:avLst>
              <a:gd name="adj" fmla="val 3019"/>
            </a:avLst>
          </a:prstGeom>
          <a:solidFill>
            <a:srgbClr val="EAF6EA"/>
          </a:solidFill>
          <a:ln w="10160">
            <a:solidFill>
              <a:srgbClr val="E3E6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 108"/>
          <p:cNvSpPr/>
          <p:nvPr/>
        </p:nvSpPr>
        <p:spPr>
          <a:xfrm>
            <a:off x="8909024" y="306001"/>
            <a:ext cx="2509871" cy="33740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 peptide product</a:t>
            </a:r>
            <a:endParaRPr lang="en-US" sz="1330" dirty="0"/>
          </a:p>
        </p:txBody>
      </p:sp>
      <p:sp>
        <p:nvSpPr>
          <p:cNvPr id="111" name="Text 109"/>
          <p:cNvSpPr/>
          <p:nvPr/>
        </p:nvSpPr>
        <p:spPr>
          <a:xfrm>
            <a:off x="8929183" y="2538015"/>
            <a:ext cx="2469552" cy="556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output depends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both stages</a:t>
            </a:r>
            <a:endParaRPr lang="en-US" sz="1400" dirty="0"/>
          </a:p>
        </p:txBody>
      </p:sp>
      <p:sp>
        <p:nvSpPr>
          <p:cNvPr id="134" name="Shape 132"/>
          <p:cNvSpPr/>
          <p:nvPr/>
        </p:nvSpPr>
        <p:spPr>
          <a:xfrm>
            <a:off x="10488529" y="967228"/>
            <a:ext cx="20160" cy="0"/>
          </a:xfrm>
          <a:prstGeom prst="line">
            <a:avLst/>
          </a:prstGeom>
          <a:noFill/>
          <a:ln w="10160">
            <a:solidFill>
              <a:srgbClr val="7A7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>
            <a:off x="10170379" y="1101839"/>
            <a:ext cx="131037" cy="137071"/>
          </a:xfrm>
          <a:prstGeom prst="ellipse">
            <a:avLst/>
          </a:prstGeom>
          <a:solidFill>
            <a:srgbClr val="F4B350"/>
          </a:solidFill>
          <a:ln w="6350">
            <a:solidFill>
              <a:srgbClr val="6B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>
            <a:off x="10599407" y="882877"/>
            <a:ext cx="20160" cy="0"/>
          </a:xfrm>
          <a:prstGeom prst="line">
            <a:avLst/>
          </a:prstGeom>
          <a:noFill/>
          <a:ln w="10160">
            <a:solidFill>
              <a:srgbClr val="7A7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10281257" y="1017488"/>
            <a:ext cx="131037" cy="137071"/>
          </a:xfrm>
          <a:prstGeom prst="ellipse">
            <a:avLst/>
          </a:prstGeom>
          <a:solidFill>
            <a:srgbClr val="E46F61"/>
          </a:solidFill>
          <a:ln w="6350">
            <a:solidFill>
              <a:srgbClr val="6B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10710285" y="798526"/>
            <a:ext cx="20160" cy="0"/>
          </a:xfrm>
          <a:prstGeom prst="line">
            <a:avLst/>
          </a:prstGeom>
          <a:noFill/>
          <a:ln w="10160">
            <a:solidFill>
              <a:srgbClr val="7A7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10392134" y="933136"/>
            <a:ext cx="131037" cy="137071"/>
          </a:xfrm>
          <a:prstGeom prst="ellipse">
            <a:avLst/>
          </a:prstGeom>
          <a:solidFill>
            <a:srgbClr val="D84F70"/>
          </a:solidFill>
          <a:ln w="6350">
            <a:solidFill>
              <a:srgbClr val="6B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10821163" y="714174"/>
            <a:ext cx="20160" cy="0"/>
          </a:xfrm>
          <a:prstGeom prst="line">
            <a:avLst/>
          </a:prstGeom>
          <a:noFill/>
          <a:ln w="10160">
            <a:solidFill>
              <a:srgbClr val="7A7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Text 140"/>
          <p:cNvSpPr/>
          <p:nvPr/>
        </p:nvSpPr>
        <p:spPr>
          <a:xfrm>
            <a:off x="4443672" y="3140123"/>
            <a:ext cx="1814364" cy="26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Cognate Phe-tRNA</a:t>
            </a:r>
            <a:endParaRPr lang="en-US" sz="1140" dirty="0"/>
          </a:p>
        </p:txBody>
      </p:sp>
      <p:sp>
        <p:nvSpPr>
          <p:cNvPr id="144" name="Text 142"/>
          <p:cNvSpPr/>
          <p:nvPr/>
        </p:nvSpPr>
        <p:spPr>
          <a:xfrm>
            <a:off x="6711214" y="3140123"/>
            <a:ext cx="2167157" cy="26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Near-cognate Leu-tRNA</a:t>
            </a:r>
            <a:endParaRPr lang="en-US" sz="1140" dirty="0"/>
          </a:p>
        </p:txBody>
      </p:sp>
      <p:sp>
        <p:nvSpPr>
          <p:cNvPr id="222" name="Shape 4">
            <a:extLst>
              <a:ext uri="{FF2B5EF4-FFF2-40B4-BE49-F238E27FC236}">
                <a16:creationId xmlns:a16="http://schemas.microsoft.com/office/drawing/2014/main" id="{1DF6CDDB-4121-63DA-519A-D436D43CE9EC}"/>
              </a:ext>
            </a:extLst>
          </p:cNvPr>
          <p:cNvSpPr/>
          <p:nvPr/>
        </p:nvSpPr>
        <p:spPr>
          <a:xfrm>
            <a:off x="3728166" y="1882016"/>
            <a:ext cx="1997145" cy="19402"/>
          </a:xfrm>
          <a:prstGeom prst="line">
            <a:avLst/>
          </a:prstGeom>
          <a:noFill/>
          <a:ln w="1778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3" name="Shape 5">
            <a:extLst>
              <a:ext uri="{FF2B5EF4-FFF2-40B4-BE49-F238E27FC236}">
                <a16:creationId xmlns:a16="http://schemas.microsoft.com/office/drawing/2014/main" id="{D01E026C-3047-FAD7-6C23-5A29C92FBD4F}"/>
              </a:ext>
            </a:extLst>
          </p:cNvPr>
          <p:cNvSpPr/>
          <p:nvPr/>
        </p:nvSpPr>
        <p:spPr>
          <a:xfrm>
            <a:off x="4279060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4" name="Shape 6">
            <a:extLst>
              <a:ext uri="{FF2B5EF4-FFF2-40B4-BE49-F238E27FC236}">
                <a16:creationId xmlns:a16="http://schemas.microsoft.com/office/drawing/2014/main" id="{AD2A4A9E-2C42-EE32-53AF-E92B0D86CA67}"/>
              </a:ext>
            </a:extLst>
          </p:cNvPr>
          <p:cNvSpPr/>
          <p:nvPr/>
        </p:nvSpPr>
        <p:spPr>
          <a:xfrm>
            <a:off x="4367158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5" name="Shape 7">
            <a:extLst>
              <a:ext uri="{FF2B5EF4-FFF2-40B4-BE49-F238E27FC236}">
                <a16:creationId xmlns:a16="http://schemas.microsoft.com/office/drawing/2014/main" id="{41DD2CA7-0A96-1505-EFD3-AD96C56586E0}"/>
              </a:ext>
            </a:extLst>
          </p:cNvPr>
          <p:cNvSpPr/>
          <p:nvPr/>
        </p:nvSpPr>
        <p:spPr>
          <a:xfrm>
            <a:off x="4455255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6" name="Shape 8">
            <a:extLst>
              <a:ext uri="{FF2B5EF4-FFF2-40B4-BE49-F238E27FC236}">
                <a16:creationId xmlns:a16="http://schemas.microsoft.com/office/drawing/2014/main" id="{74F79134-6285-2B74-39BB-2EADD4E19D06}"/>
              </a:ext>
            </a:extLst>
          </p:cNvPr>
          <p:cNvSpPr/>
          <p:nvPr/>
        </p:nvSpPr>
        <p:spPr>
          <a:xfrm>
            <a:off x="4543353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7" name="Shape 9">
            <a:extLst>
              <a:ext uri="{FF2B5EF4-FFF2-40B4-BE49-F238E27FC236}">
                <a16:creationId xmlns:a16="http://schemas.microsoft.com/office/drawing/2014/main" id="{B9D74C85-8ADA-7410-AC19-DD0DB1F2458E}"/>
              </a:ext>
            </a:extLst>
          </p:cNvPr>
          <p:cNvSpPr/>
          <p:nvPr/>
        </p:nvSpPr>
        <p:spPr>
          <a:xfrm>
            <a:off x="4631450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8" name="Shape 10">
            <a:extLst>
              <a:ext uri="{FF2B5EF4-FFF2-40B4-BE49-F238E27FC236}">
                <a16:creationId xmlns:a16="http://schemas.microsoft.com/office/drawing/2014/main" id="{804E3C4E-C1DD-A7EE-B942-846B8DBB5C44}"/>
              </a:ext>
            </a:extLst>
          </p:cNvPr>
          <p:cNvSpPr/>
          <p:nvPr/>
        </p:nvSpPr>
        <p:spPr>
          <a:xfrm>
            <a:off x="4719548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9" name="Shape 11">
            <a:extLst>
              <a:ext uri="{FF2B5EF4-FFF2-40B4-BE49-F238E27FC236}">
                <a16:creationId xmlns:a16="http://schemas.microsoft.com/office/drawing/2014/main" id="{9FCC206D-0D0A-63F3-DF16-74C8777BEFFF}"/>
              </a:ext>
            </a:extLst>
          </p:cNvPr>
          <p:cNvSpPr/>
          <p:nvPr/>
        </p:nvSpPr>
        <p:spPr>
          <a:xfrm>
            <a:off x="4807645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0" name="Shape 12">
            <a:extLst>
              <a:ext uri="{FF2B5EF4-FFF2-40B4-BE49-F238E27FC236}">
                <a16:creationId xmlns:a16="http://schemas.microsoft.com/office/drawing/2014/main" id="{24B146A2-A868-E539-4B65-D26B561EBF5E}"/>
              </a:ext>
            </a:extLst>
          </p:cNvPr>
          <p:cNvSpPr/>
          <p:nvPr/>
        </p:nvSpPr>
        <p:spPr>
          <a:xfrm>
            <a:off x="4895743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1" name="Shape 13">
            <a:extLst>
              <a:ext uri="{FF2B5EF4-FFF2-40B4-BE49-F238E27FC236}">
                <a16:creationId xmlns:a16="http://schemas.microsoft.com/office/drawing/2014/main" id="{9548BB58-700F-ABD8-B49A-BE2246F0FD85}"/>
              </a:ext>
            </a:extLst>
          </p:cNvPr>
          <p:cNvSpPr/>
          <p:nvPr/>
        </p:nvSpPr>
        <p:spPr>
          <a:xfrm>
            <a:off x="4983840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2" name="Shape 14">
            <a:extLst>
              <a:ext uri="{FF2B5EF4-FFF2-40B4-BE49-F238E27FC236}">
                <a16:creationId xmlns:a16="http://schemas.microsoft.com/office/drawing/2014/main" id="{5C2235E9-DA1E-EAC0-83BB-01A13B197B6D}"/>
              </a:ext>
            </a:extLst>
          </p:cNvPr>
          <p:cNvSpPr/>
          <p:nvPr/>
        </p:nvSpPr>
        <p:spPr>
          <a:xfrm>
            <a:off x="5071938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3" name="Shape 15">
            <a:extLst>
              <a:ext uri="{FF2B5EF4-FFF2-40B4-BE49-F238E27FC236}">
                <a16:creationId xmlns:a16="http://schemas.microsoft.com/office/drawing/2014/main" id="{8E4C62E6-DBA4-8B89-5975-46951EF26954}"/>
              </a:ext>
            </a:extLst>
          </p:cNvPr>
          <p:cNvSpPr/>
          <p:nvPr/>
        </p:nvSpPr>
        <p:spPr>
          <a:xfrm>
            <a:off x="5160036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Shape 16">
            <a:extLst>
              <a:ext uri="{FF2B5EF4-FFF2-40B4-BE49-F238E27FC236}">
                <a16:creationId xmlns:a16="http://schemas.microsoft.com/office/drawing/2014/main" id="{7580BBF5-DCBE-6171-394E-2C123AEC88A3}"/>
              </a:ext>
            </a:extLst>
          </p:cNvPr>
          <p:cNvSpPr/>
          <p:nvPr/>
        </p:nvSpPr>
        <p:spPr>
          <a:xfrm>
            <a:off x="4353248" y="1591005"/>
            <a:ext cx="741873" cy="407416"/>
          </a:xfrm>
          <a:prstGeom prst="ellipse">
            <a:avLst/>
          </a:prstGeom>
          <a:solidFill>
            <a:srgbClr val="C7D6E4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5" name="Shape 17">
            <a:extLst>
              <a:ext uri="{FF2B5EF4-FFF2-40B4-BE49-F238E27FC236}">
                <a16:creationId xmlns:a16="http://schemas.microsoft.com/office/drawing/2014/main" id="{9473EDFD-6DB3-3F03-7EDA-9E113EDD614F}"/>
              </a:ext>
            </a:extLst>
          </p:cNvPr>
          <p:cNvSpPr/>
          <p:nvPr/>
        </p:nvSpPr>
        <p:spPr>
          <a:xfrm>
            <a:off x="4427435" y="1435798"/>
            <a:ext cx="593499" cy="329813"/>
          </a:xfrm>
          <a:prstGeom prst="ellipse">
            <a:avLst/>
          </a:prstGeom>
          <a:solidFill>
            <a:srgbClr val="D9E3EC"/>
          </a:solidFill>
          <a:ln w="1270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7" name="Shape 15">
            <a:extLst>
              <a:ext uri="{FF2B5EF4-FFF2-40B4-BE49-F238E27FC236}">
                <a16:creationId xmlns:a16="http://schemas.microsoft.com/office/drawing/2014/main" id="{DA9F3EBC-FDC4-95A6-EEDF-14E1334B9B99}"/>
              </a:ext>
            </a:extLst>
          </p:cNvPr>
          <p:cNvSpPr/>
          <p:nvPr/>
        </p:nvSpPr>
        <p:spPr>
          <a:xfrm>
            <a:off x="5328032" y="1823818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Shape 15">
            <a:extLst>
              <a:ext uri="{FF2B5EF4-FFF2-40B4-BE49-F238E27FC236}">
                <a16:creationId xmlns:a16="http://schemas.microsoft.com/office/drawing/2014/main" id="{DF10A33A-5919-D893-F906-495F4DB8C1DB}"/>
              </a:ext>
            </a:extLst>
          </p:cNvPr>
          <p:cNvSpPr/>
          <p:nvPr/>
        </p:nvSpPr>
        <p:spPr>
          <a:xfrm>
            <a:off x="5505909" y="1823817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Shape 15">
            <a:extLst>
              <a:ext uri="{FF2B5EF4-FFF2-40B4-BE49-F238E27FC236}">
                <a16:creationId xmlns:a16="http://schemas.microsoft.com/office/drawing/2014/main" id="{4D06292C-56A2-77C9-70DD-3F257DEC1822}"/>
              </a:ext>
            </a:extLst>
          </p:cNvPr>
          <p:cNvSpPr/>
          <p:nvPr/>
        </p:nvSpPr>
        <p:spPr>
          <a:xfrm>
            <a:off x="5659082" y="1823817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Shape 15">
            <a:extLst>
              <a:ext uri="{FF2B5EF4-FFF2-40B4-BE49-F238E27FC236}">
                <a16:creationId xmlns:a16="http://schemas.microsoft.com/office/drawing/2014/main" id="{2405608D-A943-9425-1043-78B9507504AE}"/>
              </a:ext>
            </a:extLst>
          </p:cNvPr>
          <p:cNvSpPr/>
          <p:nvPr/>
        </p:nvSpPr>
        <p:spPr>
          <a:xfrm>
            <a:off x="4127346" y="1824612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1" name="Shape 15">
            <a:extLst>
              <a:ext uri="{FF2B5EF4-FFF2-40B4-BE49-F238E27FC236}">
                <a16:creationId xmlns:a16="http://schemas.microsoft.com/office/drawing/2014/main" id="{675528B4-2880-4494-D95D-58A3DB7F6B6B}"/>
              </a:ext>
            </a:extLst>
          </p:cNvPr>
          <p:cNvSpPr/>
          <p:nvPr/>
        </p:nvSpPr>
        <p:spPr>
          <a:xfrm>
            <a:off x="3959351" y="1819447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Shape 15">
            <a:extLst>
              <a:ext uri="{FF2B5EF4-FFF2-40B4-BE49-F238E27FC236}">
                <a16:creationId xmlns:a16="http://schemas.microsoft.com/office/drawing/2014/main" id="{A6731F22-0EC2-4104-AC36-D13B9CCC835C}"/>
              </a:ext>
            </a:extLst>
          </p:cNvPr>
          <p:cNvSpPr/>
          <p:nvPr/>
        </p:nvSpPr>
        <p:spPr>
          <a:xfrm>
            <a:off x="3796300" y="1823823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6" name="Shape 130">
            <a:extLst>
              <a:ext uri="{FF2B5EF4-FFF2-40B4-BE49-F238E27FC236}">
                <a16:creationId xmlns:a16="http://schemas.microsoft.com/office/drawing/2014/main" id="{EB0DDD03-02C5-C2E8-F069-94EF7D247052}"/>
              </a:ext>
            </a:extLst>
          </p:cNvPr>
          <p:cNvSpPr/>
          <p:nvPr/>
        </p:nvSpPr>
        <p:spPr>
          <a:xfrm>
            <a:off x="4221916" y="3203386"/>
            <a:ext cx="131037" cy="137071"/>
          </a:xfrm>
          <a:prstGeom prst="ellipse">
            <a:avLst/>
          </a:prstGeom>
          <a:solidFill>
            <a:srgbClr val="0070C0"/>
          </a:solidFill>
          <a:ln w="6350">
            <a:solidFill>
              <a:srgbClr val="6B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7" name="Shape 4">
            <a:extLst>
              <a:ext uri="{FF2B5EF4-FFF2-40B4-BE49-F238E27FC236}">
                <a16:creationId xmlns:a16="http://schemas.microsoft.com/office/drawing/2014/main" id="{3A76921A-CC53-1D97-AA51-8755D8CFDAE4}"/>
              </a:ext>
            </a:extLst>
          </p:cNvPr>
          <p:cNvSpPr/>
          <p:nvPr/>
        </p:nvSpPr>
        <p:spPr>
          <a:xfrm>
            <a:off x="9170989" y="1896598"/>
            <a:ext cx="1997145" cy="19402"/>
          </a:xfrm>
          <a:prstGeom prst="line">
            <a:avLst/>
          </a:prstGeom>
          <a:noFill/>
          <a:ln w="1778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Shape 15">
            <a:extLst>
              <a:ext uri="{FF2B5EF4-FFF2-40B4-BE49-F238E27FC236}">
                <a16:creationId xmlns:a16="http://schemas.microsoft.com/office/drawing/2014/main" id="{6E36E17B-1D63-7EB5-0421-7B05A562BF56}"/>
              </a:ext>
            </a:extLst>
          </p:cNvPr>
          <p:cNvSpPr/>
          <p:nvPr/>
        </p:nvSpPr>
        <p:spPr>
          <a:xfrm>
            <a:off x="9570170" y="1834820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5" name="Shape 15">
            <a:extLst>
              <a:ext uri="{FF2B5EF4-FFF2-40B4-BE49-F238E27FC236}">
                <a16:creationId xmlns:a16="http://schemas.microsoft.com/office/drawing/2014/main" id="{BC723697-13D6-EC0C-C820-13B54307ADE3}"/>
              </a:ext>
            </a:extLst>
          </p:cNvPr>
          <p:cNvSpPr/>
          <p:nvPr/>
        </p:nvSpPr>
        <p:spPr>
          <a:xfrm>
            <a:off x="9402174" y="1829654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Shape 15">
            <a:extLst>
              <a:ext uri="{FF2B5EF4-FFF2-40B4-BE49-F238E27FC236}">
                <a16:creationId xmlns:a16="http://schemas.microsoft.com/office/drawing/2014/main" id="{45E8BA4D-4949-B7B4-49ED-DBA41AF4BA00}"/>
              </a:ext>
            </a:extLst>
          </p:cNvPr>
          <p:cNvSpPr/>
          <p:nvPr/>
        </p:nvSpPr>
        <p:spPr>
          <a:xfrm>
            <a:off x="9239123" y="1834030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9718836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9806934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9895030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9983128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10071225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10159323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10247420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10335518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10423615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10511713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10599811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9793023" y="1591005"/>
            <a:ext cx="741873" cy="407416"/>
          </a:xfrm>
          <a:prstGeom prst="ellipse">
            <a:avLst/>
          </a:prstGeom>
          <a:solidFill>
            <a:srgbClr val="C7D6E4"/>
          </a:solidFill>
          <a:ln w="1778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9867211" y="1435798"/>
            <a:ext cx="593499" cy="329813"/>
          </a:xfrm>
          <a:prstGeom prst="ellipse">
            <a:avLst/>
          </a:prstGeom>
          <a:solidFill>
            <a:srgbClr val="D9E3EC"/>
          </a:solidFill>
          <a:ln w="1778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Shape 15">
            <a:extLst>
              <a:ext uri="{FF2B5EF4-FFF2-40B4-BE49-F238E27FC236}">
                <a16:creationId xmlns:a16="http://schemas.microsoft.com/office/drawing/2014/main" id="{BC3CF981-70BA-644B-B2B3-C35DBA197B90}"/>
              </a:ext>
            </a:extLst>
          </p:cNvPr>
          <p:cNvSpPr/>
          <p:nvPr/>
        </p:nvSpPr>
        <p:spPr>
          <a:xfrm>
            <a:off x="10770855" y="183402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2" name="Shape 15">
            <a:extLst>
              <a:ext uri="{FF2B5EF4-FFF2-40B4-BE49-F238E27FC236}">
                <a16:creationId xmlns:a16="http://schemas.microsoft.com/office/drawing/2014/main" id="{D56C4059-3960-73CE-FE3D-FB23D221B3E7}"/>
              </a:ext>
            </a:extLst>
          </p:cNvPr>
          <p:cNvSpPr/>
          <p:nvPr/>
        </p:nvSpPr>
        <p:spPr>
          <a:xfrm>
            <a:off x="10948732" y="1834024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Shape 15">
            <a:extLst>
              <a:ext uri="{FF2B5EF4-FFF2-40B4-BE49-F238E27FC236}">
                <a16:creationId xmlns:a16="http://schemas.microsoft.com/office/drawing/2014/main" id="{20E9282E-9C1C-F600-AE98-8547C021C98C}"/>
              </a:ext>
            </a:extLst>
          </p:cNvPr>
          <p:cNvSpPr/>
          <p:nvPr/>
        </p:nvSpPr>
        <p:spPr>
          <a:xfrm>
            <a:off x="11101905" y="1834024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9" name="Shape 135">
            <a:extLst>
              <a:ext uri="{FF2B5EF4-FFF2-40B4-BE49-F238E27FC236}">
                <a16:creationId xmlns:a16="http://schemas.microsoft.com/office/drawing/2014/main" id="{2C2B5166-9C0B-E49D-29CF-A00E73FCE3E2}"/>
              </a:ext>
            </a:extLst>
          </p:cNvPr>
          <p:cNvSpPr/>
          <p:nvPr/>
        </p:nvSpPr>
        <p:spPr>
          <a:xfrm>
            <a:off x="6508154" y="3200480"/>
            <a:ext cx="131037" cy="137071"/>
          </a:xfrm>
          <a:prstGeom prst="ellipse">
            <a:avLst/>
          </a:prstGeom>
          <a:solidFill>
            <a:schemeClr val="accent2"/>
          </a:solidFill>
          <a:ln w="6350">
            <a:solidFill>
              <a:srgbClr val="6B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5" name="Picture 304">
            <a:extLst>
              <a:ext uri="{FF2B5EF4-FFF2-40B4-BE49-F238E27FC236}">
                <a16:creationId xmlns:a16="http://schemas.microsoft.com/office/drawing/2014/main" id="{88182B5B-A372-0364-84B5-5E2679DFEA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946"/>
          <a:stretch>
            <a:fillRect/>
          </a:stretch>
        </p:blipFill>
        <p:spPr>
          <a:xfrm>
            <a:off x="285132" y="3570463"/>
            <a:ext cx="5737516" cy="3917921"/>
          </a:xfrm>
          <a:prstGeom prst="rect">
            <a:avLst/>
          </a:prstGeom>
        </p:spPr>
      </p:pic>
      <p:pic>
        <p:nvPicPr>
          <p:cNvPr id="307" name="Picture 306">
            <a:extLst>
              <a:ext uri="{FF2B5EF4-FFF2-40B4-BE49-F238E27FC236}">
                <a16:creationId xmlns:a16="http://schemas.microsoft.com/office/drawing/2014/main" id="{047C6390-0971-8290-4B3C-ED1BBD10672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1936"/>
          <a:stretch>
            <a:fillRect/>
          </a:stretch>
        </p:blipFill>
        <p:spPr>
          <a:xfrm>
            <a:off x="6358469" y="3570463"/>
            <a:ext cx="5583416" cy="386937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251459" y="204947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1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6BC9715-39B0-D61C-7B98-6B8BADAF4228}"/>
              </a:ext>
            </a:extLst>
          </p:cNvPr>
          <p:cNvGrpSpPr/>
          <p:nvPr/>
        </p:nvGrpSpPr>
        <p:grpSpPr>
          <a:xfrm>
            <a:off x="825999" y="751842"/>
            <a:ext cx="591672" cy="658601"/>
            <a:chOff x="825999" y="751842"/>
            <a:chExt cx="591672" cy="658601"/>
          </a:xfrm>
        </p:grpSpPr>
        <p:sp>
          <p:nvSpPr>
            <p:cNvPr id="250" name="Shape 135">
              <a:extLst>
                <a:ext uri="{FF2B5EF4-FFF2-40B4-BE49-F238E27FC236}">
                  <a16:creationId xmlns:a16="http://schemas.microsoft.com/office/drawing/2014/main" id="{4D1150CD-C30C-4D9B-2F92-66588AD86027}"/>
                </a:ext>
              </a:extLst>
            </p:cNvPr>
            <p:cNvSpPr/>
            <p:nvPr/>
          </p:nvSpPr>
          <p:spPr>
            <a:xfrm>
              <a:off x="1016554" y="751842"/>
              <a:ext cx="131037" cy="137071"/>
            </a:xfrm>
            <a:prstGeom prst="ellipse">
              <a:avLst/>
            </a:prstGeom>
            <a:solidFill>
              <a:schemeClr val="accent2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EB491833-B476-87C5-7944-8284F455FFD7}"/>
                </a:ext>
              </a:extLst>
            </p:cNvPr>
            <p:cNvSpPr/>
            <p:nvPr/>
          </p:nvSpPr>
          <p:spPr>
            <a:xfrm>
              <a:off x="825999" y="888602"/>
              <a:ext cx="591672" cy="521841"/>
            </a:xfrm>
            <a:custGeom>
              <a:avLst/>
              <a:gdLst>
                <a:gd name="csX0" fmla="*/ 419100 w 987425"/>
                <a:gd name="csY0" fmla="*/ 0 h 860425"/>
                <a:gd name="csX1" fmla="*/ 422275 w 987425"/>
                <a:gd name="csY1" fmla="*/ 117475 h 860425"/>
                <a:gd name="csX2" fmla="*/ 431800 w 987425"/>
                <a:gd name="csY2" fmla="*/ 177800 h 860425"/>
                <a:gd name="csX3" fmla="*/ 428625 w 987425"/>
                <a:gd name="csY3" fmla="*/ 317500 h 860425"/>
                <a:gd name="csX4" fmla="*/ 422275 w 987425"/>
                <a:gd name="csY4" fmla="*/ 336550 h 860425"/>
                <a:gd name="csX5" fmla="*/ 403225 w 987425"/>
                <a:gd name="csY5" fmla="*/ 352425 h 860425"/>
                <a:gd name="csX6" fmla="*/ 393700 w 987425"/>
                <a:gd name="csY6" fmla="*/ 361950 h 860425"/>
                <a:gd name="csX7" fmla="*/ 384175 w 987425"/>
                <a:gd name="csY7" fmla="*/ 365125 h 860425"/>
                <a:gd name="csX8" fmla="*/ 374650 w 987425"/>
                <a:gd name="csY8" fmla="*/ 371475 h 860425"/>
                <a:gd name="csX9" fmla="*/ 355600 w 987425"/>
                <a:gd name="csY9" fmla="*/ 377825 h 860425"/>
                <a:gd name="csX10" fmla="*/ 292100 w 987425"/>
                <a:gd name="csY10" fmla="*/ 374650 h 860425"/>
                <a:gd name="csX11" fmla="*/ 273050 w 987425"/>
                <a:gd name="csY11" fmla="*/ 368300 h 860425"/>
                <a:gd name="csX12" fmla="*/ 254000 w 987425"/>
                <a:gd name="csY12" fmla="*/ 365125 h 860425"/>
                <a:gd name="csX13" fmla="*/ 222250 w 987425"/>
                <a:gd name="csY13" fmla="*/ 355600 h 860425"/>
                <a:gd name="csX14" fmla="*/ 203200 w 987425"/>
                <a:gd name="csY14" fmla="*/ 349250 h 860425"/>
                <a:gd name="csX15" fmla="*/ 193675 w 987425"/>
                <a:gd name="csY15" fmla="*/ 346075 h 860425"/>
                <a:gd name="csX16" fmla="*/ 184150 w 987425"/>
                <a:gd name="csY16" fmla="*/ 339725 h 860425"/>
                <a:gd name="csX17" fmla="*/ 165100 w 987425"/>
                <a:gd name="csY17" fmla="*/ 333375 h 860425"/>
                <a:gd name="csX18" fmla="*/ 155575 w 987425"/>
                <a:gd name="csY18" fmla="*/ 327025 h 860425"/>
                <a:gd name="csX19" fmla="*/ 136525 w 987425"/>
                <a:gd name="csY19" fmla="*/ 320675 h 860425"/>
                <a:gd name="csX20" fmla="*/ 107950 w 987425"/>
                <a:gd name="csY20" fmla="*/ 314325 h 860425"/>
                <a:gd name="csX21" fmla="*/ 79375 w 987425"/>
                <a:gd name="csY21" fmla="*/ 317500 h 860425"/>
                <a:gd name="csX22" fmla="*/ 50800 w 987425"/>
                <a:gd name="csY22" fmla="*/ 330200 h 860425"/>
                <a:gd name="csX23" fmla="*/ 31750 w 987425"/>
                <a:gd name="csY23" fmla="*/ 339725 h 860425"/>
                <a:gd name="csX24" fmla="*/ 25400 w 987425"/>
                <a:gd name="csY24" fmla="*/ 349250 h 860425"/>
                <a:gd name="csX25" fmla="*/ 9525 w 987425"/>
                <a:gd name="csY25" fmla="*/ 365125 h 860425"/>
                <a:gd name="csX26" fmla="*/ 3175 w 987425"/>
                <a:gd name="csY26" fmla="*/ 384175 h 860425"/>
                <a:gd name="csX27" fmla="*/ 0 w 987425"/>
                <a:gd name="csY27" fmla="*/ 393700 h 860425"/>
                <a:gd name="csX28" fmla="*/ 3175 w 987425"/>
                <a:gd name="csY28" fmla="*/ 466725 h 860425"/>
                <a:gd name="csX29" fmla="*/ 6350 w 987425"/>
                <a:gd name="csY29" fmla="*/ 476250 h 860425"/>
                <a:gd name="csX30" fmla="*/ 12700 w 987425"/>
                <a:gd name="csY30" fmla="*/ 485775 h 860425"/>
                <a:gd name="csX31" fmla="*/ 22225 w 987425"/>
                <a:gd name="csY31" fmla="*/ 504825 h 860425"/>
                <a:gd name="csX32" fmla="*/ 31750 w 987425"/>
                <a:gd name="csY32" fmla="*/ 511175 h 860425"/>
                <a:gd name="csX33" fmla="*/ 47625 w 987425"/>
                <a:gd name="csY33" fmla="*/ 527050 h 860425"/>
                <a:gd name="csX34" fmla="*/ 57150 w 987425"/>
                <a:gd name="csY34" fmla="*/ 536575 h 860425"/>
                <a:gd name="csX35" fmla="*/ 76200 w 987425"/>
                <a:gd name="csY35" fmla="*/ 542925 h 860425"/>
                <a:gd name="csX36" fmla="*/ 85725 w 987425"/>
                <a:gd name="csY36" fmla="*/ 546100 h 860425"/>
                <a:gd name="csX37" fmla="*/ 95250 w 987425"/>
                <a:gd name="csY37" fmla="*/ 549275 h 860425"/>
                <a:gd name="csX38" fmla="*/ 152400 w 987425"/>
                <a:gd name="csY38" fmla="*/ 542925 h 860425"/>
                <a:gd name="csX39" fmla="*/ 161925 w 987425"/>
                <a:gd name="csY39" fmla="*/ 536575 h 860425"/>
                <a:gd name="csX40" fmla="*/ 174625 w 987425"/>
                <a:gd name="csY40" fmla="*/ 517525 h 860425"/>
                <a:gd name="csX41" fmla="*/ 177800 w 987425"/>
                <a:gd name="csY41" fmla="*/ 508000 h 860425"/>
                <a:gd name="csX42" fmla="*/ 184150 w 987425"/>
                <a:gd name="csY42" fmla="*/ 498475 h 860425"/>
                <a:gd name="csX43" fmla="*/ 203200 w 987425"/>
                <a:gd name="csY43" fmla="*/ 492125 h 860425"/>
                <a:gd name="csX44" fmla="*/ 355600 w 987425"/>
                <a:gd name="csY44" fmla="*/ 495300 h 860425"/>
                <a:gd name="csX45" fmla="*/ 352425 w 987425"/>
                <a:gd name="csY45" fmla="*/ 504825 h 860425"/>
                <a:gd name="csX46" fmla="*/ 339725 w 987425"/>
                <a:gd name="csY46" fmla="*/ 523875 h 860425"/>
                <a:gd name="csX47" fmla="*/ 333375 w 987425"/>
                <a:gd name="csY47" fmla="*/ 533400 h 860425"/>
                <a:gd name="csX48" fmla="*/ 330200 w 987425"/>
                <a:gd name="csY48" fmla="*/ 542925 h 860425"/>
                <a:gd name="csX49" fmla="*/ 333375 w 987425"/>
                <a:gd name="csY49" fmla="*/ 561975 h 860425"/>
                <a:gd name="csX50" fmla="*/ 371475 w 987425"/>
                <a:gd name="csY50" fmla="*/ 581025 h 860425"/>
                <a:gd name="csX51" fmla="*/ 381000 w 987425"/>
                <a:gd name="csY51" fmla="*/ 584200 h 860425"/>
                <a:gd name="csX52" fmla="*/ 390525 w 987425"/>
                <a:gd name="csY52" fmla="*/ 587375 h 860425"/>
                <a:gd name="csX53" fmla="*/ 403225 w 987425"/>
                <a:gd name="csY53" fmla="*/ 615950 h 860425"/>
                <a:gd name="csX54" fmla="*/ 412750 w 987425"/>
                <a:gd name="csY54" fmla="*/ 647700 h 860425"/>
                <a:gd name="csX55" fmla="*/ 415925 w 987425"/>
                <a:gd name="csY55" fmla="*/ 666750 h 860425"/>
                <a:gd name="csX56" fmla="*/ 406400 w 987425"/>
                <a:gd name="csY56" fmla="*/ 708025 h 860425"/>
                <a:gd name="csX57" fmla="*/ 403225 w 987425"/>
                <a:gd name="csY57" fmla="*/ 717550 h 860425"/>
                <a:gd name="csX58" fmla="*/ 393700 w 987425"/>
                <a:gd name="csY58" fmla="*/ 736600 h 860425"/>
                <a:gd name="csX59" fmla="*/ 396875 w 987425"/>
                <a:gd name="csY59" fmla="*/ 812800 h 860425"/>
                <a:gd name="csX60" fmla="*/ 400050 w 987425"/>
                <a:gd name="csY60" fmla="*/ 822325 h 860425"/>
                <a:gd name="csX61" fmla="*/ 415925 w 987425"/>
                <a:gd name="csY61" fmla="*/ 838200 h 860425"/>
                <a:gd name="csX62" fmla="*/ 425450 w 987425"/>
                <a:gd name="csY62" fmla="*/ 841375 h 860425"/>
                <a:gd name="csX63" fmla="*/ 434975 w 987425"/>
                <a:gd name="csY63" fmla="*/ 847725 h 860425"/>
                <a:gd name="csX64" fmla="*/ 454025 w 987425"/>
                <a:gd name="csY64" fmla="*/ 854075 h 860425"/>
                <a:gd name="csX65" fmla="*/ 479425 w 987425"/>
                <a:gd name="csY65" fmla="*/ 860425 h 860425"/>
                <a:gd name="csX66" fmla="*/ 561975 w 987425"/>
                <a:gd name="csY66" fmla="*/ 857250 h 860425"/>
                <a:gd name="csX67" fmla="*/ 581025 w 987425"/>
                <a:gd name="csY67" fmla="*/ 850900 h 860425"/>
                <a:gd name="csX68" fmla="*/ 600075 w 987425"/>
                <a:gd name="csY68" fmla="*/ 838200 h 860425"/>
                <a:gd name="csX69" fmla="*/ 615950 w 987425"/>
                <a:gd name="csY69" fmla="*/ 819150 h 860425"/>
                <a:gd name="csX70" fmla="*/ 628650 w 987425"/>
                <a:gd name="csY70" fmla="*/ 800100 h 860425"/>
                <a:gd name="csX71" fmla="*/ 625475 w 987425"/>
                <a:gd name="csY71" fmla="*/ 742950 h 860425"/>
                <a:gd name="csX72" fmla="*/ 612775 w 987425"/>
                <a:gd name="csY72" fmla="*/ 714375 h 860425"/>
                <a:gd name="csX73" fmla="*/ 609600 w 987425"/>
                <a:gd name="csY73" fmla="*/ 704850 h 860425"/>
                <a:gd name="csX74" fmla="*/ 603250 w 987425"/>
                <a:gd name="csY74" fmla="*/ 695325 h 860425"/>
                <a:gd name="csX75" fmla="*/ 600075 w 987425"/>
                <a:gd name="csY75" fmla="*/ 685800 h 860425"/>
                <a:gd name="csX76" fmla="*/ 581025 w 987425"/>
                <a:gd name="csY76" fmla="*/ 647700 h 860425"/>
                <a:gd name="csX77" fmla="*/ 577850 w 987425"/>
                <a:gd name="csY77" fmla="*/ 638175 h 860425"/>
                <a:gd name="csX78" fmla="*/ 574675 w 987425"/>
                <a:gd name="csY78" fmla="*/ 628650 h 860425"/>
                <a:gd name="csX79" fmla="*/ 571500 w 987425"/>
                <a:gd name="csY79" fmla="*/ 600075 h 860425"/>
                <a:gd name="csX80" fmla="*/ 568325 w 987425"/>
                <a:gd name="csY80" fmla="*/ 574675 h 860425"/>
                <a:gd name="csX81" fmla="*/ 571500 w 987425"/>
                <a:gd name="csY81" fmla="*/ 514350 h 860425"/>
                <a:gd name="csX82" fmla="*/ 584200 w 987425"/>
                <a:gd name="csY82" fmla="*/ 485775 h 860425"/>
                <a:gd name="csX83" fmla="*/ 603250 w 987425"/>
                <a:gd name="csY83" fmla="*/ 479425 h 860425"/>
                <a:gd name="csX84" fmla="*/ 628650 w 987425"/>
                <a:gd name="csY84" fmla="*/ 482600 h 860425"/>
                <a:gd name="csX85" fmla="*/ 657225 w 987425"/>
                <a:gd name="csY85" fmla="*/ 488950 h 860425"/>
                <a:gd name="csX86" fmla="*/ 708025 w 987425"/>
                <a:gd name="csY86" fmla="*/ 495300 h 860425"/>
                <a:gd name="csX87" fmla="*/ 727075 w 987425"/>
                <a:gd name="csY87" fmla="*/ 501650 h 860425"/>
                <a:gd name="csX88" fmla="*/ 736600 w 987425"/>
                <a:gd name="csY88" fmla="*/ 508000 h 860425"/>
                <a:gd name="csX89" fmla="*/ 762000 w 987425"/>
                <a:gd name="csY89" fmla="*/ 511175 h 860425"/>
                <a:gd name="csX90" fmla="*/ 781050 w 987425"/>
                <a:gd name="csY90" fmla="*/ 514350 h 860425"/>
                <a:gd name="csX91" fmla="*/ 812800 w 987425"/>
                <a:gd name="csY91" fmla="*/ 523875 h 860425"/>
                <a:gd name="csX92" fmla="*/ 825500 w 987425"/>
                <a:gd name="csY92" fmla="*/ 527050 h 860425"/>
                <a:gd name="csX93" fmla="*/ 936625 w 987425"/>
                <a:gd name="csY93" fmla="*/ 517525 h 860425"/>
                <a:gd name="csX94" fmla="*/ 946150 w 987425"/>
                <a:gd name="csY94" fmla="*/ 514350 h 860425"/>
                <a:gd name="csX95" fmla="*/ 955675 w 987425"/>
                <a:gd name="csY95" fmla="*/ 508000 h 860425"/>
                <a:gd name="csX96" fmla="*/ 962025 w 987425"/>
                <a:gd name="csY96" fmla="*/ 498475 h 860425"/>
                <a:gd name="csX97" fmla="*/ 965200 w 987425"/>
                <a:gd name="csY97" fmla="*/ 488950 h 860425"/>
                <a:gd name="csX98" fmla="*/ 977900 w 987425"/>
                <a:gd name="csY98" fmla="*/ 469900 h 860425"/>
                <a:gd name="csX99" fmla="*/ 984250 w 987425"/>
                <a:gd name="csY99" fmla="*/ 460375 h 860425"/>
                <a:gd name="csX100" fmla="*/ 987425 w 987425"/>
                <a:gd name="csY100" fmla="*/ 450850 h 860425"/>
                <a:gd name="csX101" fmla="*/ 984250 w 987425"/>
                <a:gd name="csY101" fmla="*/ 390525 h 860425"/>
                <a:gd name="csX102" fmla="*/ 977900 w 987425"/>
                <a:gd name="csY102" fmla="*/ 371475 h 860425"/>
                <a:gd name="csX103" fmla="*/ 974725 w 987425"/>
                <a:gd name="csY103" fmla="*/ 361950 h 860425"/>
                <a:gd name="csX104" fmla="*/ 965200 w 987425"/>
                <a:gd name="csY104" fmla="*/ 342900 h 860425"/>
                <a:gd name="csX105" fmla="*/ 946150 w 987425"/>
                <a:gd name="csY105" fmla="*/ 330200 h 860425"/>
                <a:gd name="csX106" fmla="*/ 936625 w 987425"/>
                <a:gd name="csY106" fmla="*/ 323850 h 860425"/>
                <a:gd name="csX107" fmla="*/ 927100 w 987425"/>
                <a:gd name="csY107" fmla="*/ 317500 h 860425"/>
                <a:gd name="csX108" fmla="*/ 917575 w 987425"/>
                <a:gd name="csY108" fmla="*/ 311150 h 860425"/>
                <a:gd name="csX109" fmla="*/ 908050 w 987425"/>
                <a:gd name="csY109" fmla="*/ 307975 h 860425"/>
                <a:gd name="csX110" fmla="*/ 866775 w 987425"/>
                <a:gd name="csY110" fmla="*/ 311150 h 860425"/>
                <a:gd name="csX111" fmla="*/ 857250 w 987425"/>
                <a:gd name="csY111" fmla="*/ 314325 h 860425"/>
                <a:gd name="csX112" fmla="*/ 850900 w 987425"/>
                <a:gd name="csY112" fmla="*/ 323850 h 860425"/>
                <a:gd name="csX113" fmla="*/ 841375 w 987425"/>
                <a:gd name="csY113" fmla="*/ 330200 h 860425"/>
                <a:gd name="csX114" fmla="*/ 819150 w 987425"/>
                <a:gd name="csY114" fmla="*/ 358775 h 860425"/>
                <a:gd name="csX115" fmla="*/ 809625 w 987425"/>
                <a:gd name="csY115" fmla="*/ 361950 h 860425"/>
                <a:gd name="csX116" fmla="*/ 688975 w 987425"/>
                <a:gd name="csY116" fmla="*/ 358775 h 860425"/>
                <a:gd name="csX117" fmla="*/ 638175 w 987425"/>
                <a:gd name="csY117" fmla="*/ 352425 h 860425"/>
                <a:gd name="csX118" fmla="*/ 619125 w 987425"/>
                <a:gd name="csY118" fmla="*/ 346075 h 860425"/>
                <a:gd name="csX119" fmla="*/ 609600 w 987425"/>
                <a:gd name="csY119" fmla="*/ 342900 h 860425"/>
                <a:gd name="csX120" fmla="*/ 590550 w 987425"/>
                <a:gd name="csY120" fmla="*/ 330200 h 860425"/>
                <a:gd name="csX121" fmla="*/ 577850 w 987425"/>
                <a:gd name="csY121" fmla="*/ 311150 h 860425"/>
                <a:gd name="csX122" fmla="*/ 561975 w 987425"/>
                <a:gd name="csY122" fmla="*/ 263525 h 860425"/>
                <a:gd name="csX123" fmla="*/ 558800 w 987425"/>
                <a:gd name="csY123" fmla="*/ 254000 h 860425"/>
                <a:gd name="csX124" fmla="*/ 555625 w 987425"/>
                <a:gd name="csY124" fmla="*/ 244475 h 860425"/>
                <a:gd name="csX125" fmla="*/ 546100 w 987425"/>
                <a:gd name="csY125" fmla="*/ 206375 h 860425"/>
                <a:gd name="csX126" fmla="*/ 539750 w 987425"/>
                <a:gd name="csY126" fmla="*/ 174625 h 860425"/>
                <a:gd name="csX127" fmla="*/ 539750 w 987425"/>
                <a:gd name="csY127" fmla="*/ 136525 h 860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</a:cxnLst>
              <a:rect l="l" t="t" r="r" b="b"/>
              <a:pathLst>
                <a:path w="987425" h="860425">
                  <a:moveTo>
                    <a:pt x="419100" y="0"/>
                  </a:moveTo>
                  <a:cubicBezTo>
                    <a:pt x="420158" y="39158"/>
                    <a:pt x="419975" y="78370"/>
                    <a:pt x="422275" y="117475"/>
                  </a:cubicBezTo>
                  <a:cubicBezTo>
                    <a:pt x="423461" y="137629"/>
                    <a:pt x="427827" y="157935"/>
                    <a:pt x="431800" y="177800"/>
                  </a:cubicBezTo>
                  <a:cubicBezTo>
                    <a:pt x="430742" y="224367"/>
                    <a:pt x="431415" y="271005"/>
                    <a:pt x="428625" y="317500"/>
                  </a:cubicBezTo>
                  <a:cubicBezTo>
                    <a:pt x="428224" y="324181"/>
                    <a:pt x="427008" y="331817"/>
                    <a:pt x="422275" y="336550"/>
                  </a:cubicBezTo>
                  <a:cubicBezTo>
                    <a:pt x="394448" y="364377"/>
                    <a:pt x="429747" y="330323"/>
                    <a:pt x="403225" y="352425"/>
                  </a:cubicBezTo>
                  <a:cubicBezTo>
                    <a:pt x="399776" y="355300"/>
                    <a:pt x="397436" y="359459"/>
                    <a:pt x="393700" y="361950"/>
                  </a:cubicBezTo>
                  <a:cubicBezTo>
                    <a:pt x="390915" y="363806"/>
                    <a:pt x="387168" y="363628"/>
                    <a:pt x="384175" y="365125"/>
                  </a:cubicBezTo>
                  <a:cubicBezTo>
                    <a:pt x="380762" y="366832"/>
                    <a:pt x="378137" y="369925"/>
                    <a:pt x="374650" y="371475"/>
                  </a:cubicBezTo>
                  <a:cubicBezTo>
                    <a:pt x="368533" y="374193"/>
                    <a:pt x="355600" y="377825"/>
                    <a:pt x="355600" y="377825"/>
                  </a:cubicBezTo>
                  <a:cubicBezTo>
                    <a:pt x="334433" y="376767"/>
                    <a:pt x="313153" y="377079"/>
                    <a:pt x="292100" y="374650"/>
                  </a:cubicBezTo>
                  <a:cubicBezTo>
                    <a:pt x="285451" y="373883"/>
                    <a:pt x="279652" y="369400"/>
                    <a:pt x="273050" y="368300"/>
                  </a:cubicBezTo>
                  <a:cubicBezTo>
                    <a:pt x="266700" y="367242"/>
                    <a:pt x="260313" y="366388"/>
                    <a:pt x="254000" y="365125"/>
                  </a:cubicBezTo>
                  <a:cubicBezTo>
                    <a:pt x="242004" y="362726"/>
                    <a:pt x="234399" y="359650"/>
                    <a:pt x="222250" y="355600"/>
                  </a:cubicBezTo>
                  <a:lnTo>
                    <a:pt x="203200" y="349250"/>
                  </a:lnTo>
                  <a:cubicBezTo>
                    <a:pt x="200025" y="348192"/>
                    <a:pt x="196460" y="347931"/>
                    <a:pt x="193675" y="346075"/>
                  </a:cubicBezTo>
                  <a:cubicBezTo>
                    <a:pt x="190500" y="343958"/>
                    <a:pt x="187637" y="341275"/>
                    <a:pt x="184150" y="339725"/>
                  </a:cubicBezTo>
                  <a:cubicBezTo>
                    <a:pt x="178033" y="337007"/>
                    <a:pt x="170669" y="337088"/>
                    <a:pt x="165100" y="333375"/>
                  </a:cubicBezTo>
                  <a:cubicBezTo>
                    <a:pt x="161925" y="331258"/>
                    <a:pt x="159062" y="328575"/>
                    <a:pt x="155575" y="327025"/>
                  </a:cubicBezTo>
                  <a:cubicBezTo>
                    <a:pt x="149458" y="324307"/>
                    <a:pt x="142875" y="322792"/>
                    <a:pt x="136525" y="320675"/>
                  </a:cubicBezTo>
                  <a:cubicBezTo>
                    <a:pt x="120893" y="315464"/>
                    <a:pt x="130301" y="318050"/>
                    <a:pt x="107950" y="314325"/>
                  </a:cubicBezTo>
                  <a:cubicBezTo>
                    <a:pt x="98425" y="315383"/>
                    <a:pt x="88773" y="315620"/>
                    <a:pt x="79375" y="317500"/>
                  </a:cubicBezTo>
                  <a:cubicBezTo>
                    <a:pt x="52071" y="322961"/>
                    <a:pt x="68536" y="321332"/>
                    <a:pt x="50800" y="330200"/>
                  </a:cubicBezTo>
                  <a:cubicBezTo>
                    <a:pt x="24510" y="343345"/>
                    <a:pt x="59047" y="321527"/>
                    <a:pt x="31750" y="339725"/>
                  </a:cubicBezTo>
                  <a:cubicBezTo>
                    <a:pt x="29633" y="342900"/>
                    <a:pt x="28098" y="346552"/>
                    <a:pt x="25400" y="349250"/>
                  </a:cubicBezTo>
                  <a:cubicBezTo>
                    <a:pt x="14393" y="360257"/>
                    <a:pt x="16298" y="349885"/>
                    <a:pt x="9525" y="365125"/>
                  </a:cubicBezTo>
                  <a:cubicBezTo>
                    <a:pt x="6807" y="371242"/>
                    <a:pt x="5292" y="377825"/>
                    <a:pt x="3175" y="384175"/>
                  </a:cubicBezTo>
                  <a:lnTo>
                    <a:pt x="0" y="393700"/>
                  </a:lnTo>
                  <a:cubicBezTo>
                    <a:pt x="1058" y="418042"/>
                    <a:pt x="1306" y="442432"/>
                    <a:pt x="3175" y="466725"/>
                  </a:cubicBezTo>
                  <a:cubicBezTo>
                    <a:pt x="3432" y="470062"/>
                    <a:pt x="4853" y="473257"/>
                    <a:pt x="6350" y="476250"/>
                  </a:cubicBezTo>
                  <a:cubicBezTo>
                    <a:pt x="8057" y="479663"/>
                    <a:pt x="10993" y="482362"/>
                    <a:pt x="12700" y="485775"/>
                  </a:cubicBezTo>
                  <a:cubicBezTo>
                    <a:pt x="17865" y="496104"/>
                    <a:pt x="13126" y="495726"/>
                    <a:pt x="22225" y="504825"/>
                  </a:cubicBezTo>
                  <a:cubicBezTo>
                    <a:pt x="24923" y="507523"/>
                    <a:pt x="28575" y="509058"/>
                    <a:pt x="31750" y="511175"/>
                  </a:cubicBezTo>
                  <a:cubicBezTo>
                    <a:pt x="43392" y="528638"/>
                    <a:pt x="31750" y="513821"/>
                    <a:pt x="47625" y="527050"/>
                  </a:cubicBezTo>
                  <a:cubicBezTo>
                    <a:pt x="51074" y="529925"/>
                    <a:pt x="53225" y="534394"/>
                    <a:pt x="57150" y="536575"/>
                  </a:cubicBezTo>
                  <a:cubicBezTo>
                    <a:pt x="63001" y="539826"/>
                    <a:pt x="69850" y="540808"/>
                    <a:pt x="76200" y="542925"/>
                  </a:cubicBezTo>
                  <a:lnTo>
                    <a:pt x="85725" y="546100"/>
                  </a:lnTo>
                  <a:lnTo>
                    <a:pt x="95250" y="549275"/>
                  </a:lnTo>
                  <a:cubicBezTo>
                    <a:pt x="101200" y="548878"/>
                    <a:pt x="137250" y="550500"/>
                    <a:pt x="152400" y="542925"/>
                  </a:cubicBezTo>
                  <a:cubicBezTo>
                    <a:pt x="155813" y="541218"/>
                    <a:pt x="158750" y="538692"/>
                    <a:pt x="161925" y="536575"/>
                  </a:cubicBezTo>
                  <a:cubicBezTo>
                    <a:pt x="166158" y="530225"/>
                    <a:pt x="172212" y="524765"/>
                    <a:pt x="174625" y="517525"/>
                  </a:cubicBezTo>
                  <a:cubicBezTo>
                    <a:pt x="175683" y="514350"/>
                    <a:pt x="176303" y="510993"/>
                    <a:pt x="177800" y="508000"/>
                  </a:cubicBezTo>
                  <a:cubicBezTo>
                    <a:pt x="179507" y="504587"/>
                    <a:pt x="180914" y="500497"/>
                    <a:pt x="184150" y="498475"/>
                  </a:cubicBezTo>
                  <a:cubicBezTo>
                    <a:pt x="189826" y="494927"/>
                    <a:pt x="203200" y="492125"/>
                    <a:pt x="203200" y="492125"/>
                  </a:cubicBezTo>
                  <a:lnTo>
                    <a:pt x="355600" y="495300"/>
                  </a:lnTo>
                  <a:cubicBezTo>
                    <a:pt x="358935" y="495584"/>
                    <a:pt x="354050" y="501899"/>
                    <a:pt x="352425" y="504825"/>
                  </a:cubicBezTo>
                  <a:cubicBezTo>
                    <a:pt x="348719" y="511496"/>
                    <a:pt x="343958" y="517525"/>
                    <a:pt x="339725" y="523875"/>
                  </a:cubicBezTo>
                  <a:cubicBezTo>
                    <a:pt x="337608" y="527050"/>
                    <a:pt x="334582" y="529780"/>
                    <a:pt x="333375" y="533400"/>
                  </a:cubicBezTo>
                  <a:lnTo>
                    <a:pt x="330200" y="542925"/>
                  </a:lnTo>
                  <a:cubicBezTo>
                    <a:pt x="331258" y="549275"/>
                    <a:pt x="329683" y="556701"/>
                    <a:pt x="333375" y="561975"/>
                  </a:cubicBezTo>
                  <a:cubicBezTo>
                    <a:pt x="340868" y="572679"/>
                    <a:pt x="360206" y="577269"/>
                    <a:pt x="371475" y="581025"/>
                  </a:cubicBezTo>
                  <a:lnTo>
                    <a:pt x="381000" y="584200"/>
                  </a:lnTo>
                  <a:lnTo>
                    <a:pt x="390525" y="587375"/>
                  </a:lnTo>
                  <a:cubicBezTo>
                    <a:pt x="400588" y="602469"/>
                    <a:pt x="395668" y="593280"/>
                    <a:pt x="403225" y="615950"/>
                  </a:cubicBezTo>
                  <a:cubicBezTo>
                    <a:pt x="406734" y="626476"/>
                    <a:pt x="410567" y="636786"/>
                    <a:pt x="412750" y="647700"/>
                  </a:cubicBezTo>
                  <a:cubicBezTo>
                    <a:pt x="414013" y="654013"/>
                    <a:pt x="414867" y="660400"/>
                    <a:pt x="415925" y="666750"/>
                  </a:cubicBezTo>
                  <a:cubicBezTo>
                    <a:pt x="411803" y="695601"/>
                    <a:pt x="415117" y="681875"/>
                    <a:pt x="406400" y="708025"/>
                  </a:cubicBezTo>
                  <a:cubicBezTo>
                    <a:pt x="405342" y="711200"/>
                    <a:pt x="405081" y="714765"/>
                    <a:pt x="403225" y="717550"/>
                  </a:cubicBezTo>
                  <a:cubicBezTo>
                    <a:pt x="395019" y="729860"/>
                    <a:pt x="398082" y="723455"/>
                    <a:pt x="393700" y="736600"/>
                  </a:cubicBezTo>
                  <a:cubicBezTo>
                    <a:pt x="394758" y="762000"/>
                    <a:pt x="394997" y="787447"/>
                    <a:pt x="396875" y="812800"/>
                  </a:cubicBezTo>
                  <a:cubicBezTo>
                    <a:pt x="397122" y="816138"/>
                    <a:pt x="398553" y="819332"/>
                    <a:pt x="400050" y="822325"/>
                  </a:cubicBezTo>
                  <a:cubicBezTo>
                    <a:pt x="404283" y="830792"/>
                    <a:pt x="407458" y="833967"/>
                    <a:pt x="415925" y="838200"/>
                  </a:cubicBezTo>
                  <a:cubicBezTo>
                    <a:pt x="418918" y="839697"/>
                    <a:pt x="422457" y="839878"/>
                    <a:pt x="425450" y="841375"/>
                  </a:cubicBezTo>
                  <a:cubicBezTo>
                    <a:pt x="428863" y="843082"/>
                    <a:pt x="431488" y="846175"/>
                    <a:pt x="434975" y="847725"/>
                  </a:cubicBezTo>
                  <a:cubicBezTo>
                    <a:pt x="441092" y="850443"/>
                    <a:pt x="447675" y="851958"/>
                    <a:pt x="454025" y="854075"/>
                  </a:cubicBezTo>
                  <a:cubicBezTo>
                    <a:pt x="468670" y="858957"/>
                    <a:pt x="460268" y="856594"/>
                    <a:pt x="479425" y="860425"/>
                  </a:cubicBezTo>
                  <a:cubicBezTo>
                    <a:pt x="506942" y="859367"/>
                    <a:pt x="534558" y="859820"/>
                    <a:pt x="561975" y="857250"/>
                  </a:cubicBezTo>
                  <a:cubicBezTo>
                    <a:pt x="568639" y="856625"/>
                    <a:pt x="575456" y="854613"/>
                    <a:pt x="581025" y="850900"/>
                  </a:cubicBezTo>
                  <a:lnTo>
                    <a:pt x="600075" y="838200"/>
                  </a:lnTo>
                  <a:cubicBezTo>
                    <a:pt x="622766" y="804163"/>
                    <a:pt x="587429" y="855820"/>
                    <a:pt x="615950" y="819150"/>
                  </a:cubicBezTo>
                  <a:cubicBezTo>
                    <a:pt x="620635" y="813126"/>
                    <a:pt x="628650" y="800100"/>
                    <a:pt x="628650" y="800100"/>
                  </a:cubicBezTo>
                  <a:cubicBezTo>
                    <a:pt x="627592" y="781050"/>
                    <a:pt x="627842" y="761882"/>
                    <a:pt x="625475" y="742950"/>
                  </a:cubicBezTo>
                  <a:cubicBezTo>
                    <a:pt x="622745" y="721107"/>
                    <a:pt x="620086" y="728998"/>
                    <a:pt x="612775" y="714375"/>
                  </a:cubicBezTo>
                  <a:cubicBezTo>
                    <a:pt x="611278" y="711382"/>
                    <a:pt x="611097" y="707843"/>
                    <a:pt x="609600" y="704850"/>
                  </a:cubicBezTo>
                  <a:cubicBezTo>
                    <a:pt x="607893" y="701437"/>
                    <a:pt x="604957" y="698738"/>
                    <a:pt x="603250" y="695325"/>
                  </a:cubicBezTo>
                  <a:cubicBezTo>
                    <a:pt x="601753" y="692332"/>
                    <a:pt x="601700" y="688726"/>
                    <a:pt x="600075" y="685800"/>
                  </a:cubicBezTo>
                  <a:cubicBezTo>
                    <a:pt x="579559" y="648871"/>
                    <a:pt x="593387" y="684786"/>
                    <a:pt x="581025" y="647700"/>
                  </a:cubicBezTo>
                  <a:lnTo>
                    <a:pt x="577850" y="638175"/>
                  </a:lnTo>
                  <a:lnTo>
                    <a:pt x="574675" y="628650"/>
                  </a:lnTo>
                  <a:cubicBezTo>
                    <a:pt x="573617" y="619125"/>
                    <a:pt x="572620" y="609593"/>
                    <a:pt x="571500" y="600075"/>
                  </a:cubicBezTo>
                  <a:cubicBezTo>
                    <a:pt x="570503" y="591601"/>
                    <a:pt x="568325" y="583208"/>
                    <a:pt x="568325" y="574675"/>
                  </a:cubicBezTo>
                  <a:cubicBezTo>
                    <a:pt x="568325" y="554539"/>
                    <a:pt x="569101" y="534343"/>
                    <a:pt x="571500" y="514350"/>
                  </a:cubicBezTo>
                  <a:cubicBezTo>
                    <a:pt x="571825" y="511645"/>
                    <a:pt x="578260" y="489487"/>
                    <a:pt x="584200" y="485775"/>
                  </a:cubicBezTo>
                  <a:cubicBezTo>
                    <a:pt x="589876" y="482227"/>
                    <a:pt x="603250" y="479425"/>
                    <a:pt x="603250" y="479425"/>
                  </a:cubicBezTo>
                  <a:cubicBezTo>
                    <a:pt x="611717" y="480483"/>
                    <a:pt x="620234" y="481197"/>
                    <a:pt x="628650" y="482600"/>
                  </a:cubicBezTo>
                  <a:cubicBezTo>
                    <a:pt x="658831" y="487630"/>
                    <a:pt x="621928" y="484244"/>
                    <a:pt x="657225" y="488950"/>
                  </a:cubicBezTo>
                  <a:cubicBezTo>
                    <a:pt x="671419" y="490843"/>
                    <a:pt x="692986" y="491540"/>
                    <a:pt x="708025" y="495300"/>
                  </a:cubicBezTo>
                  <a:cubicBezTo>
                    <a:pt x="714519" y="496923"/>
                    <a:pt x="721506" y="497937"/>
                    <a:pt x="727075" y="501650"/>
                  </a:cubicBezTo>
                  <a:cubicBezTo>
                    <a:pt x="730250" y="503767"/>
                    <a:pt x="732919" y="506996"/>
                    <a:pt x="736600" y="508000"/>
                  </a:cubicBezTo>
                  <a:cubicBezTo>
                    <a:pt x="744832" y="510245"/>
                    <a:pt x="753553" y="509968"/>
                    <a:pt x="762000" y="511175"/>
                  </a:cubicBezTo>
                  <a:cubicBezTo>
                    <a:pt x="768373" y="512085"/>
                    <a:pt x="774737" y="513087"/>
                    <a:pt x="781050" y="514350"/>
                  </a:cubicBezTo>
                  <a:cubicBezTo>
                    <a:pt x="806246" y="519389"/>
                    <a:pt x="780403" y="515776"/>
                    <a:pt x="812800" y="523875"/>
                  </a:cubicBezTo>
                  <a:lnTo>
                    <a:pt x="825500" y="527050"/>
                  </a:lnTo>
                  <a:cubicBezTo>
                    <a:pt x="924265" y="523644"/>
                    <a:pt x="888441" y="533586"/>
                    <a:pt x="936625" y="517525"/>
                  </a:cubicBezTo>
                  <a:cubicBezTo>
                    <a:pt x="939800" y="516467"/>
                    <a:pt x="943365" y="516206"/>
                    <a:pt x="946150" y="514350"/>
                  </a:cubicBezTo>
                  <a:lnTo>
                    <a:pt x="955675" y="508000"/>
                  </a:lnTo>
                  <a:cubicBezTo>
                    <a:pt x="957792" y="504825"/>
                    <a:pt x="960318" y="501888"/>
                    <a:pt x="962025" y="498475"/>
                  </a:cubicBezTo>
                  <a:cubicBezTo>
                    <a:pt x="963522" y="495482"/>
                    <a:pt x="963575" y="491876"/>
                    <a:pt x="965200" y="488950"/>
                  </a:cubicBezTo>
                  <a:cubicBezTo>
                    <a:pt x="968906" y="482279"/>
                    <a:pt x="973667" y="476250"/>
                    <a:pt x="977900" y="469900"/>
                  </a:cubicBezTo>
                  <a:cubicBezTo>
                    <a:pt x="980017" y="466725"/>
                    <a:pt x="983043" y="463995"/>
                    <a:pt x="984250" y="460375"/>
                  </a:cubicBezTo>
                  <a:lnTo>
                    <a:pt x="987425" y="450850"/>
                  </a:lnTo>
                  <a:cubicBezTo>
                    <a:pt x="986367" y="430742"/>
                    <a:pt x="986649" y="410518"/>
                    <a:pt x="984250" y="390525"/>
                  </a:cubicBezTo>
                  <a:cubicBezTo>
                    <a:pt x="983453" y="383879"/>
                    <a:pt x="980017" y="377825"/>
                    <a:pt x="977900" y="371475"/>
                  </a:cubicBezTo>
                  <a:lnTo>
                    <a:pt x="974725" y="361950"/>
                  </a:lnTo>
                  <a:cubicBezTo>
                    <a:pt x="972460" y="355156"/>
                    <a:pt x="970993" y="347969"/>
                    <a:pt x="965200" y="342900"/>
                  </a:cubicBezTo>
                  <a:cubicBezTo>
                    <a:pt x="959457" y="337874"/>
                    <a:pt x="952500" y="334433"/>
                    <a:pt x="946150" y="330200"/>
                  </a:cubicBezTo>
                  <a:lnTo>
                    <a:pt x="936625" y="323850"/>
                  </a:lnTo>
                  <a:lnTo>
                    <a:pt x="927100" y="317500"/>
                  </a:lnTo>
                  <a:cubicBezTo>
                    <a:pt x="923925" y="315383"/>
                    <a:pt x="921195" y="312357"/>
                    <a:pt x="917575" y="311150"/>
                  </a:cubicBezTo>
                  <a:lnTo>
                    <a:pt x="908050" y="307975"/>
                  </a:lnTo>
                  <a:cubicBezTo>
                    <a:pt x="894292" y="309033"/>
                    <a:pt x="880467" y="309438"/>
                    <a:pt x="866775" y="311150"/>
                  </a:cubicBezTo>
                  <a:cubicBezTo>
                    <a:pt x="863454" y="311565"/>
                    <a:pt x="859863" y="312234"/>
                    <a:pt x="857250" y="314325"/>
                  </a:cubicBezTo>
                  <a:cubicBezTo>
                    <a:pt x="854270" y="316709"/>
                    <a:pt x="853598" y="321152"/>
                    <a:pt x="850900" y="323850"/>
                  </a:cubicBezTo>
                  <a:cubicBezTo>
                    <a:pt x="848202" y="326548"/>
                    <a:pt x="844550" y="328083"/>
                    <a:pt x="841375" y="330200"/>
                  </a:cubicBezTo>
                  <a:cubicBezTo>
                    <a:pt x="836329" y="337769"/>
                    <a:pt x="828103" y="352806"/>
                    <a:pt x="819150" y="358775"/>
                  </a:cubicBezTo>
                  <a:cubicBezTo>
                    <a:pt x="816365" y="360631"/>
                    <a:pt x="812800" y="360892"/>
                    <a:pt x="809625" y="361950"/>
                  </a:cubicBezTo>
                  <a:cubicBezTo>
                    <a:pt x="769408" y="360892"/>
                    <a:pt x="729144" y="361007"/>
                    <a:pt x="688975" y="358775"/>
                  </a:cubicBezTo>
                  <a:cubicBezTo>
                    <a:pt x="671936" y="357828"/>
                    <a:pt x="638175" y="352425"/>
                    <a:pt x="638175" y="352425"/>
                  </a:cubicBezTo>
                  <a:lnTo>
                    <a:pt x="619125" y="346075"/>
                  </a:lnTo>
                  <a:cubicBezTo>
                    <a:pt x="615950" y="345017"/>
                    <a:pt x="612385" y="344756"/>
                    <a:pt x="609600" y="342900"/>
                  </a:cubicBezTo>
                  <a:lnTo>
                    <a:pt x="590550" y="330200"/>
                  </a:lnTo>
                  <a:cubicBezTo>
                    <a:pt x="586317" y="323850"/>
                    <a:pt x="580263" y="318390"/>
                    <a:pt x="577850" y="311150"/>
                  </a:cubicBezTo>
                  <a:lnTo>
                    <a:pt x="561975" y="263525"/>
                  </a:lnTo>
                  <a:lnTo>
                    <a:pt x="558800" y="254000"/>
                  </a:lnTo>
                  <a:cubicBezTo>
                    <a:pt x="557742" y="250825"/>
                    <a:pt x="556437" y="247722"/>
                    <a:pt x="555625" y="244475"/>
                  </a:cubicBezTo>
                  <a:lnTo>
                    <a:pt x="546100" y="206375"/>
                  </a:lnTo>
                  <a:cubicBezTo>
                    <a:pt x="543625" y="196476"/>
                    <a:pt x="540306" y="184634"/>
                    <a:pt x="539750" y="174625"/>
                  </a:cubicBezTo>
                  <a:cubicBezTo>
                    <a:pt x="539046" y="161945"/>
                    <a:pt x="539750" y="149225"/>
                    <a:pt x="539750" y="136525"/>
                  </a:cubicBezTo>
                </a:path>
              </a:pathLst>
            </a:custGeom>
            <a:noFill/>
            <a:ln w="28575">
              <a:solidFill>
                <a:srgbClr val="F592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6EF3D6C-D65D-D9D4-7F1D-85C0D728DAFD}"/>
              </a:ext>
            </a:extLst>
          </p:cNvPr>
          <p:cNvGrpSpPr/>
          <p:nvPr/>
        </p:nvGrpSpPr>
        <p:grpSpPr>
          <a:xfrm>
            <a:off x="1301182" y="1655548"/>
            <a:ext cx="558799" cy="685746"/>
            <a:chOff x="1574377" y="694256"/>
            <a:chExt cx="558799" cy="685746"/>
          </a:xfrm>
        </p:grpSpPr>
        <p:sp>
          <p:nvSpPr>
            <p:cNvPr id="303" name="Shape 130">
              <a:extLst>
                <a:ext uri="{FF2B5EF4-FFF2-40B4-BE49-F238E27FC236}">
                  <a16:creationId xmlns:a16="http://schemas.microsoft.com/office/drawing/2014/main" id="{171638F6-3368-F9B6-640D-5FA48F49FE26}"/>
                </a:ext>
              </a:extLst>
            </p:cNvPr>
            <p:cNvSpPr/>
            <p:nvPr/>
          </p:nvSpPr>
          <p:spPr>
            <a:xfrm>
              <a:off x="1746528" y="694256"/>
              <a:ext cx="131037" cy="137071"/>
            </a:xfrm>
            <a:prstGeom prst="ellipse">
              <a:avLst/>
            </a:prstGeom>
            <a:solidFill>
              <a:srgbClr val="0070C0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0A142C81-AD12-D964-A7CE-3BAFFDEB37EF}"/>
                </a:ext>
              </a:extLst>
            </p:cNvPr>
            <p:cNvSpPr/>
            <p:nvPr/>
          </p:nvSpPr>
          <p:spPr>
            <a:xfrm>
              <a:off x="1574377" y="831835"/>
              <a:ext cx="558799" cy="548167"/>
            </a:xfrm>
            <a:custGeom>
              <a:avLst/>
              <a:gdLst>
                <a:gd name="csX0" fmla="*/ 419100 w 987425"/>
                <a:gd name="csY0" fmla="*/ 0 h 860425"/>
                <a:gd name="csX1" fmla="*/ 422275 w 987425"/>
                <a:gd name="csY1" fmla="*/ 117475 h 860425"/>
                <a:gd name="csX2" fmla="*/ 431800 w 987425"/>
                <a:gd name="csY2" fmla="*/ 177800 h 860425"/>
                <a:gd name="csX3" fmla="*/ 428625 w 987425"/>
                <a:gd name="csY3" fmla="*/ 317500 h 860425"/>
                <a:gd name="csX4" fmla="*/ 422275 w 987425"/>
                <a:gd name="csY4" fmla="*/ 336550 h 860425"/>
                <a:gd name="csX5" fmla="*/ 403225 w 987425"/>
                <a:gd name="csY5" fmla="*/ 352425 h 860425"/>
                <a:gd name="csX6" fmla="*/ 393700 w 987425"/>
                <a:gd name="csY6" fmla="*/ 361950 h 860425"/>
                <a:gd name="csX7" fmla="*/ 384175 w 987425"/>
                <a:gd name="csY7" fmla="*/ 365125 h 860425"/>
                <a:gd name="csX8" fmla="*/ 374650 w 987425"/>
                <a:gd name="csY8" fmla="*/ 371475 h 860425"/>
                <a:gd name="csX9" fmla="*/ 355600 w 987425"/>
                <a:gd name="csY9" fmla="*/ 377825 h 860425"/>
                <a:gd name="csX10" fmla="*/ 292100 w 987425"/>
                <a:gd name="csY10" fmla="*/ 374650 h 860425"/>
                <a:gd name="csX11" fmla="*/ 273050 w 987425"/>
                <a:gd name="csY11" fmla="*/ 368300 h 860425"/>
                <a:gd name="csX12" fmla="*/ 254000 w 987425"/>
                <a:gd name="csY12" fmla="*/ 365125 h 860425"/>
                <a:gd name="csX13" fmla="*/ 222250 w 987425"/>
                <a:gd name="csY13" fmla="*/ 355600 h 860425"/>
                <a:gd name="csX14" fmla="*/ 203200 w 987425"/>
                <a:gd name="csY14" fmla="*/ 349250 h 860425"/>
                <a:gd name="csX15" fmla="*/ 193675 w 987425"/>
                <a:gd name="csY15" fmla="*/ 346075 h 860425"/>
                <a:gd name="csX16" fmla="*/ 184150 w 987425"/>
                <a:gd name="csY16" fmla="*/ 339725 h 860425"/>
                <a:gd name="csX17" fmla="*/ 165100 w 987425"/>
                <a:gd name="csY17" fmla="*/ 333375 h 860425"/>
                <a:gd name="csX18" fmla="*/ 155575 w 987425"/>
                <a:gd name="csY18" fmla="*/ 327025 h 860425"/>
                <a:gd name="csX19" fmla="*/ 136525 w 987425"/>
                <a:gd name="csY19" fmla="*/ 320675 h 860425"/>
                <a:gd name="csX20" fmla="*/ 107950 w 987425"/>
                <a:gd name="csY20" fmla="*/ 314325 h 860425"/>
                <a:gd name="csX21" fmla="*/ 79375 w 987425"/>
                <a:gd name="csY21" fmla="*/ 317500 h 860425"/>
                <a:gd name="csX22" fmla="*/ 50800 w 987425"/>
                <a:gd name="csY22" fmla="*/ 330200 h 860425"/>
                <a:gd name="csX23" fmla="*/ 31750 w 987425"/>
                <a:gd name="csY23" fmla="*/ 339725 h 860425"/>
                <a:gd name="csX24" fmla="*/ 25400 w 987425"/>
                <a:gd name="csY24" fmla="*/ 349250 h 860425"/>
                <a:gd name="csX25" fmla="*/ 9525 w 987425"/>
                <a:gd name="csY25" fmla="*/ 365125 h 860425"/>
                <a:gd name="csX26" fmla="*/ 3175 w 987425"/>
                <a:gd name="csY26" fmla="*/ 384175 h 860425"/>
                <a:gd name="csX27" fmla="*/ 0 w 987425"/>
                <a:gd name="csY27" fmla="*/ 393700 h 860425"/>
                <a:gd name="csX28" fmla="*/ 3175 w 987425"/>
                <a:gd name="csY28" fmla="*/ 466725 h 860425"/>
                <a:gd name="csX29" fmla="*/ 6350 w 987425"/>
                <a:gd name="csY29" fmla="*/ 476250 h 860425"/>
                <a:gd name="csX30" fmla="*/ 12700 w 987425"/>
                <a:gd name="csY30" fmla="*/ 485775 h 860425"/>
                <a:gd name="csX31" fmla="*/ 22225 w 987425"/>
                <a:gd name="csY31" fmla="*/ 504825 h 860425"/>
                <a:gd name="csX32" fmla="*/ 31750 w 987425"/>
                <a:gd name="csY32" fmla="*/ 511175 h 860425"/>
                <a:gd name="csX33" fmla="*/ 47625 w 987425"/>
                <a:gd name="csY33" fmla="*/ 527050 h 860425"/>
                <a:gd name="csX34" fmla="*/ 57150 w 987425"/>
                <a:gd name="csY34" fmla="*/ 536575 h 860425"/>
                <a:gd name="csX35" fmla="*/ 76200 w 987425"/>
                <a:gd name="csY35" fmla="*/ 542925 h 860425"/>
                <a:gd name="csX36" fmla="*/ 85725 w 987425"/>
                <a:gd name="csY36" fmla="*/ 546100 h 860425"/>
                <a:gd name="csX37" fmla="*/ 95250 w 987425"/>
                <a:gd name="csY37" fmla="*/ 549275 h 860425"/>
                <a:gd name="csX38" fmla="*/ 152400 w 987425"/>
                <a:gd name="csY38" fmla="*/ 542925 h 860425"/>
                <a:gd name="csX39" fmla="*/ 161925 w 987425"/>
                <a:gd name="csY39" fmla="*/ 536575 h 860425"/>
                <a:gd name="csX40" fmla="*/ 174625 w 987425"/>
                <a:gd name="csY40" fmla="*/ 517525 h 860425"/>
                <a:gd name="csX41" fmla="*/ 177800 w 987425"/>
                <a:gd name="csY41" fmla="*/ 508000 h 860425"/>
                <a:gd name="csX42" fmla="*/ 184150 w 987425"/>
                <a:gd name="csY42" fmla="*/ 498475 h 860425"/>
                <a:gd name="csX43" fmla="*/ 203200 w 987425"/>
                <a:gd name="csY43" fmla="*/ 492125 h 860425"/>
                <a:gd name="csX44" fmla="*/ 355600 w 987425"/>
                <a:gd name="csY44" fmla="*/ 495300 h 860425"/>
                <a:gd name="csX45" fmla="*/ 352425 w 987425"/>
                <a:gd name="csY45" fmla="*/ 504825 h 860425"/>
                <a:gd name="csX46" fmla="*/ 339725 w 987425"/>
                <a:gd name="csY46" fmla="*/ 523875 h 860425"/>
                <a:gd name="csX47" fmla="*/ 333375 w 987425"/>
                <a:gd name="csY47" fmla="*/ 533400 h 860425"/>
                <a:gd name="csX48" fmla="*/ 330200 w 987425"/>
                <a:gd name="csY48" fmla="*/ 542925 h 860425"/>
                <a:gd name="csX49" fmla="*/ 333375 w 987425"/>
                <a:gd name="csY49" fmla="*/ 561975 h 860425"/>
                <a:gd name="csX50" fmla="*/ 371475 w 987425"/>
                <a:gd name="csY50" fmla="*/ 581025 h 860425"/>
                <a:gd name="csX51" fmla="*/ 381000 w 987425"/>
                <a:gd name="csY51" fmla="*/ 584200 h 860425"/>
                <a:gd name="csX52" fmla="*/ 390525 w 987425"/>
                <a:gd name="csY52" fmla="*/ 587375 h 860425"/>
                <a:gd name="csX53" fmla="*/ 403225 w 987425"/>
                <a:gd name="csY53" fmla="*/ 615950 h 860425"/>
                <a:gd name="csX54" fmla="*/ 412750 w 987425"/>
                <a:gd name="csY54" fmla="*/ 647700 h 860425"/>
                <a:gd name="csX55" fmla="*/ 415925 w 987425"/>
                <a:gd name="csY55" fmla="*/ 666750 h 860425"/>
                <a:gd name="csX56" fmla="*/ 406400 w 987425"/>
                <a:gd name="csY56" fmla="*/ 708025 h 860425"/>
                <a:gd name="csX57" fmla="*/ 403225 w 987425"/>
                <a:gd name="csY57" fmla="*/ 717550 h 860425"/>
                <a:gd name="csX58" fmla="*/ 393700 w 987425"/>
                <a:gd name="csY58" fmla="*/ 736600 h 860425"/>
                <a:gd name="csX59" fmla="*/ 396875 w 987425"/>
                <a:gd name="csY59" fmla="*/ 812800 h 860425"/>
                <a:gd name="csX60" fmla="*/ 400050 w 987425"/>
                <a:gd name="csY60" fmla="*/ 822325 h 860425"/>
                <a:gd name="csX61" fmla="*/ 415925 w 987425"/>
                <a:gd name="csY61" fmla="*/ 838200 h 860425"/>
                <a:gd name="csX62" fmla="*/ 425450 w 987425"/>
                <a:gd name="csY62" fmla="*/ 841375 h 860425"/>
                <a:gd name="csX63" fmla="*/ 434975 w 987425"/>
                <a:gd name="csY63" fmla="*/ 847725 h 860425"/>
                <a:gd name="csX64" fmla="*/ 454025 w 987425"/>
                <a:gd name="csY64" fmla="*/ 854075 h 860425"/>
                <a:gd name="csX65" fmla="*/ 479425 w 987425"/>
                <a:gd name="csY65" fmla="*/ 860425 h 860425"/>
                <a:gd name="csX66" fmla="*/ 561975 w 987425"/>
                <a:gd name="csY66" fmla="*/ 857250 h 860425"/>
                <a:gd name="csX67" fmla="*/ 581025 w 987425"/>
                <a:gd name="csY67" fmla="*/ 850900 h 860425"/>
                <a:gd name="csX68" fmla="*/ 600075 w 987425"/>
                <a:gd name="csY68" fmla="*/ 838200 h 860425"/>
                <a:gd name="csX69" fmla="*/ 615950 w 987425"/>
                <a:gd name="csY69" fmla="*/ 819150 h 860425"/>
                <a:gd name="csX70" fmla="*/ 628650 w 987425"/>
                <a:gd name="csY70" fmla="*/ 800100 h 860425"/>
                <a:gd name="csX71" fmla="*/ 625475 w 987425"/>
                <a:gd name="csY71" fmla="*/ 742950 h 860425"/>
                <a:gd name="csX72" fmla="*/ 612775 w 987425"/>
                <a:gd name="csY72" fmla="*/ 714375 h 860425"/>
                <a:gd name="csX73" fmla="*/ 609600 w 987425"/>
                <a:gd name="csY73" fmla="*/ 704850 h 860425"/>
                <a:gd name="csX74" fmla="*/ 603250 w 987425"/>
                <a:gd name="csY74" fmla="*/ 695325 h 860425"/>
                <a:gd name="csX75" fmla="*/ 600075 w 987425"/>
                <a:gd name="csY75" fmla="*/ 685800 h 860425"/>
                <a:gd name="csX76" fmla="*/ 581025 w 987425"/>
                <a:gd name="csY76" fmla="*/ 647700 h 860425"/>
                <a:gd name="csX77" fmla="*/ 577850 w 987425"/>
                <a:gd name="csY77" fmla="*/ 638175 h 860425"/>
                <a:gd name="csX78" fmla="*/ 574675 w 987425"/>
                <a:gd name="csY78" fmla="*/ 628650 h 860425"/>
                <a:gd name="csX79" fmla="*/ 571500 w 987425"/>
                <a:gd name="csY79" fmla="*/ 600075 h 860425"/>
                <a:gd name="csX80" fmla="*/ 568325 w 987425"/>
                <a:gd name="csY80" fmla="*/ 574675 h 860425"/>
                <a:gd name="csX81" fmla="*/ 571500 w 987425"/>
                <a:gd name="csY81" fmla="*/ 514350 h 860425"/>
                <a:gd name="csX82" fmla="*/ 584200 w 987425"/>
                <a:gd name="csY82" fmla="*/ 485775 h 860425"/>
                <a:gd name="csX83" fmla="*/ 603250 w 987425"/>
                <a:gd name="csY83" fmla="*/ 479425 h 860425"/>
                <a:gd name="csX84" fmla="*/ 628650 w 987425"/>
                <a:gd name="csY84" fmla="*/ 482600 h 860425"/>
                <a:gd name="csX85" fmla="*/ 657225 w 987425"/>
                <a:gd name="csY85" fmla="*/ 488950 h 860425"/>
                <a:gd name="csX86" fmla="*/ 708025 w 987425"/>
                <a:gd name="csY86" fmla="*/ 495300 h 860425"/>
                <a:gd name="csX87" fmla="*/ 727075 w 987425"/>
                <a:gd name="csY87" fmla="*/ 501650 h 860425"/>
                <a:gd name="csX88" fmla="*/ 736600 w 987425"/>
                <a:gd name="csY88" fmla="*/ 508000 h 860425"/>
                <a:gd name="csX89" fmla="*/ 762000 w 987425"/>
                <a:gd name="csY89" fmla="*/ 511175 h 860425"/>
                <a:gd name="csX90" fmla="*/ 781050 w 987425"/>
                <a:gd name="csY90" fmla="*/ 514350 h 860425"/>
                <a:gd name="csX91" fmla="*/ 812800 w 987425"/>
                <a:gd name="csY91" fmla="*/ 523875 h 860425"/>
                <a:gd name="csX92" fmla="*/ 825500 w 987425"/>
                <a:gd name="csY92" fmla="*/ 527050 h 860425"/>
                <a:gd name="csX93" fmla="*/ 936625 w 987425"/>
                <a:gd name="csY93" fmla="*/ 517525 h 860425"/>
                <a:gd name="csX94" fmla="*/ 946150 w 987425"/>
                <a:gd name="csY94" fmla="*/ 514350 h 860425"/>
                <a:gd name="csX95" fmla="*/ 955675 w 987425"/>
                <a:gd name="csY95" fmla="*/ 508000 h 860425"/>
                <a:gd name="csX96" fmla="*/ 962025 w 987425"/>
                <a:gd name="csY96" fmla="*/ 498475 h 860425"/>
                <a:gd name="csX97" fmla="*/ 965200 w 987425"/>
                <a:gd name="csY97" fmla="*/ 488950 h 860425"/>
                <a:gd name="csX98" fmla="*/ 977900 w 987425"/>
                <a:gd name="csY98" fmla="*/ 469900 h 860425"/>
                <a:gd name="csX99" fmla="*/ 984250 w 987425"/>
                <a:gd name="csY99" fmla="*/ 460375 h 860425"/>
                <a:gd name="csX100" fmla="*/ 987425 w 987425"/>
                <a:gd name="csY100" fmla="*/ 450850 h 860425"/>
                <a:gd name="csX101" fmla="*/ 984250 w 987425"/>
                <a:gd name="csY101" fmla="*/ 390525 h 860425"/>
                <a:gd name="csX102" fmla="*/ 977900 w 987425"/>
                <a:gd name="csY102" fmla="*/ 371475 h 860425"/>
                <a:gd name="csX103" fmla="*/ 974725 w 987425"/>
                <a:gd name="csY103" fmla="*/ 361950 h 860425"/>
                <a:gd name="csX104" fmla="*/ 965200 w 987425"/>
                <a:gd name="csY104" fmla="*/ 342900 h 860425"/>
                <a:gd name="csX105" fmla="*/ 946150 w 987425"/>
                <a:gd name="csY105" fmla="*/ 330200 h 860425"/>
                <a:gd name="csX106" fmla="*/ 936625 w 987425"/>
                <a:gd name="csY106" fmla="*/ 323850 h 860425"/>
                <a:gd name="csX107" fmla="*/ 927100 w 987425"/>
                <a:gd name="csY107" fmla="*/ 317500 h 860425"/>
                <a:gd name="csX108" fmla="*/ 917575 w 987425"/>
                <a:gd name="csY108" fmla="*/ 311150 h 860425"/>
                <a:gd name="csX109" fmla="*/ 908050 w 987425"/>
                <a:gd name="csY109" fmla="*/ 307975 h 860425"/>
                <a:gd name="csX110" fmla="*/ 866775 w 987425"/>
                <a:gd name="csY110" fmla="*/ 311150 h 860425"/>
                <a:gd name="csX111" fmla="*/ 857250 w 987425"/>
                <a:gd name="csY111" fmla="*/ 314325 h 860425"/>
                <a:gd name="csX112" fmla="*/ 850900 w 987425"/>
                <a:gd name="csY112" fmla="*/ 323850 h 860425"/>
                <a:gd name="csX113" fmla="*/ 841375 w 987425"/>
                <a:gd name="csY113" fmla="*/ 330200 h 860425"/>
                <a:gd name="csX114" fmla="*/ 819150 w 987425"/>
                <a:gd name="csY114" fmla="*/ 358775 h 860425"/>
                <a:gd name="csX115" fmla="*/ 809625 w 987425"/>
                <a:gd name="csY115" fmla="*/ 361950 h 860425"/>
                <a:gd name="csX116" fmla="*/ 688975 w 987425"/>
                <a:gd name="csY116" fmla="*/ 358775 h 860425"/>
                <a:gd name="csX117" fmla="*/ 638175 w 987425"/>
                <a:gd name="csY117" fmla="*/ 352425 h 860425"/>
                <a:gd name="csX118" fmla="*/ 619125 w 987425"/>
                <a:gd name="csY118" fmla="*/ 346075 h 860425"/>
                <a:gd name="csX119" fmla="*/ 609600 w 987425"/>
                <a:gd name="csY119" fmla="*/ 342900 h 860425"/>
                <a:gd name="csX120" fmla="*/ 590550 w 987425"/>
                <a:gd name="csY120" fmla="*/ 330200 h 860425"/>
                <a:gd name="csX121" fmla="*/ 577850 w 987425"/>
                <a:gd name="csY121" fmla="*/ 311150 h 860425"/>
                <a:gd name="csX122" fmla="*/ 561975 w 987425"/>
                <a:gd name="csY122" fmla="*/ 263525 h 860425"/>
                <a:gd name="csX123" fmla="*/ 558800 w 987425"/>
                <a:gd name="csY123" fmla="*/ 254000 h 860425"/>
                <a:gd name="csX124" fmla="*/ 555625 w 987425"/>
                <a:gd name="csY124" fmla="*/ 244475 h 860425"/>
                <a:gd name="csX125" fmla="*/ 546100 w 987425"/>
                <a:gd name="csY125" fmla="*/ 206375 h 860425"/>
                <a:gd name="csX126" fmla="*/ 539750 w 987425"/>
                <a:gd name="csY126" fmla="*/ 174625 h 860425"/>
                <a:gd name="csX127" fmla="*/ 539750 w 987425"/>
                <a:gd name="csY127" fmla="*/ 136525 h 860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</a:cxnLst>
              <a:rect l="l" t="t" r="r" b="b"/>
              <a:pathLst>
                <a:path w="987425" h="860425">
                  <a:moveTo>
                    <a:pt x="419100" y="0"/>
                  </a:moveTo>
                  <a:cubicBezTo>
                    <a:pt x="420158" y="39158"/>
                    <a:pt x="419975" y="78370"/>
                    <a:pt x="422275" y="117475"/>
                  </a:cubicBezTo>
                  <a:cubicBezTo>
                    <a:pt x="423461" y="137629"/>
                    <a:pt x="427827" y="157935"/>
                    <a:pt x="431800" y="177800"/>
                  </a:cubicBezTo>
                  <a:cubicBezTo>
                    <a:pt x="430742" y="224367"/>
                    <a:pt x="431415" y="271005"/>
                    <a:pt x="428625" y="317500"/>
                  </a:cubicBezTo>
                  <a:cubicBezTo>
                    <a:pt x="428224" y="324181"/>
                    <a:pt x="427008" y="331817"/>
                    <a:pt x="422275" y="336550"/>
                  </a:cubicBezTo>
                  <a:cubicBezTo>
                    <a:pt x="394448" y="364377"/>
                    <a:pt x="429747" y="330323"/>
                    <a:pt x="403225" y="352425"/>
                  </a:cubicBezTo>
                  <a:cubicBezTo>
                    <a:pt x="399776" y="355300"/>
                    <a:pt x="397436" y="359459"/>
                    <a:pt x="393700" y="361950"/>
                  </a:cubicBezTo>
                  <a:cubicBezTo>
                    <a:pt x="390915" y="363806"/>
                    <a:pt x="387168" y="363628"/>
                    <a:pt x="384175" y="365125"/>
                  </a:cubicBezTo>
                  <a:cubicBezTo>
                    <a:pt x="380762" y="366832"/>
                    <a:pt x="378137" y="369925"/>
                    <a:pt x="374650" y="371475"/>
                  </a:cubicBezTo>
                  <a:cubicBezTo>
                    <a:pt x="368533" y="374193"/>
                    <a:pt x="355600" y="377825"/>
                    <a:pt x="355600" y="377825"/>
                  </a:cubicBezTo>
                  <a:cubicBezTo>
                    <a:pt x="334433" y="376767"/>
                    <a:pt x="313153" y="377079"/>
                    <a:pt x="292100" y="374650"/>
                  </a:cubicBezTo>
                  <a:cubicBezTo>
                    <a:pt x="285451" y="373883"/>
                    <a:pt x="279652" y="369400"/>
                    <a:pt x="273050" y="368300"/>
                  </a:cubicBezTo>
                  <a:cubicBezTo>
                    <a:pt x="266700" y="367242"/>
                    <a:pt x="260313" y="366388"/>
                    <a:pt x="254000" y="365125"/>
                  </a:cubicBezTo>
                  <a:cubicBezTo>
                    <a:pt x="242004" y="362726"/>
                    <a:pt x="234399" y="359650"/>
                    <a:pt x="222250" y="355600"/>
                  </a:cubicBezTo>
                  <a:lnTo>
                    <a:pt x="203200" y="349250"/>
                  </a:lnTo>
                  <a:cubicBezTo>
                    <a:pt x="200025" y="348192"/>
                    <a:pt x="196460" y="347931"/>
                    <a:pt x="193675" y="346075"/>
                  </a:cubicBezTo>
                  <a:cubicBezTo>
                    <a:pt x="190500" y="343958"/>
                    <a:pt x="187637" y="341275"/>
                    <a:pt x="184150" y="339725"/>
                  </a:cubicBezTo>
                  <a:cubicBezTo>
                    <a:pt x="178033" y="337007"/>
                    <a:pt x="170669" y="337088"/>
                    <a:pt x="165100" y="333375"/>
                  </a:cubicBezTo>
                  <a:cubicBezTo>
                    <a:pt x="161925" y="331258"/>
                    <a:pt x="159062" y="328575"/>
                    <a:pt x="155575" y="327025"/>
                  </a:cubicBezTo>
                  <a:cubicBezTo>
                    <a:pt x="149458" y="324307"/>
                    <a:pt x="142875" y="322792"/>
                    <a:pt x="136525" y="320675"/>
                  </a:cubicBezTo>
                  <a:cubicBezTo>
                    <a:pt x="120893" y="315464"/>
                    <a:pt x="130301" y="318050"/>
                    <a:pt x="107950" y="314325"/>
                  </a:cubicBezTo>
                  <a:cubicBezTo>
                    <a:pt x="98425" y="315383"/>
                    <a:pt x="88773" y="315620"/>
                    <a:pt x="79375" y="317500"/>
                  </a:cubicBezTo>
                  <a:cubicBezTo>
                    <a:pt x="52071" y="322961"/>
                    <a:pt x="68536" y="321332"/>
                    <a:pt x="50800" y="330200"/>
                  </a:cubicBezTo>
                  <a:cubicBezTo>
                    <a:pt x="24510" y="343345"/>
                    <a:pt x="59047" y="321527"/>
                    <a:pt x="31750" y="339725"/>
                  </a:cubicBezTo>
                  <a:cubicBezTo>
                    <a:pt x="29633" y="342900"/>
                    <a:pt x="28098" y="346552"/>
                    <a:pt x="25400" y="349250"/>
                  </a:cubicBezTo>
                  <a:cubicBezTo>
                    <a:pt x="14393" y="360257"/>
                    <a:pt x="16298" y="349885"/>
                    <a:pt x="9525" y="365125"/>
                  </a:cubicBezTo>
                  <a:cubicBezTo>
                    <a:pt x="6807" y="371242"/>
                    <a:pt x="5292" y="377825"/>
                    <a:pt x="3175" y="384175"/>
                  </a:cubicBezTo>
                  <a:lnTo>
                    <a:pt x="0" y="393700"/>
                  </a:lnTo>
                  <a:cubicBezTo>
                    <a:pt x="1058" y="418042"/>
                    <a:pt x="1306" y="442432"/>
                    <a:pt x="3175" y="466725"/>
                  </a:cubicBezTo>
                  <a:cubicBezTo>
                    <a:pt x="3432" y="470062"/>
                    <a:pt x="4853" y="473257"/>
                    <a:pt x="6350" y="476250"/>
                  </a:cubicBezTo>
                  <a:cubicBezTo>
                    <a:pt x="8057" y="479663"/>
                    <a:pt x="10993" y="482362"/>
                    <a:pt x="12700" y="485775"/>
                  </a:cubicBezTo>
                  <a:cubicBezTo>
                    <a:pt x="17865" y="496104"/>
                    <a:pt x="13126" y="495726"/>
                    <a:pt x="22225" y="504825"/>
                  </a:cubicBezTo>
                  <a:cubicBezTo>
                    <a:pt x="24923" y="507523"/>
                    <a:pt x="28575" y="509058"/>
                    <a:pt x="31750" y="511175"/>
                  </a:cubicBezTo>
                  <a:cubicBezTo>
                    <a:pt x="43392" y="528638"/>
                    <a:pt x="31750" y="513821"/>
                    <a:pt x="47625" y="527050"/>
                  </a:cubicBezTo>
                  <a:cubicBezTo>
                    <a:pt x="51074" y="529925"/>
                    <a:pt x="53225" y="534394"/>
                    <a:pt x="57150" y="536575"/>
                  </a:cubicBezTo>
                  <a:cubicBezTo>
                    <a:pt x="63001" y="539826"/>
                    <a:pt x="69850" y="540808"/>
                    <a:pt x="76200" y="542925"/>
                  </a:cubicBezTo>
                  <a:lnTo>
                    <a:pt x="85725" y="546100"/>
                  </a:lnTo>
                  <a:lnTo>
                    <a:pt x="95250" y="549275"/>
                  </a:lnTo>
                  <a:cubicBezTo>
                    <a:pt x="101200" y="548878"/>
                    <a:pt x="137250" y="550500"/>
                    <a:pt x="152400" y="542925"/>
                  </a:cubicBezTo>
                  <a:cubicBezTo>
                    <a:pt x="155813" y="541218"/>
                    <a:pt x="158750" y="538692"/>
                    <a:pt x="161925" y="536575"/>
                  </a:cubicBezTo>
                  <a:cubicBezTo>
                    <a:pt x="166158" y="530225"/>
                    <a:pt x="172212" y="524765"/>
                    <a:pt x="174625" y="517525"/>
                  </a:cubicBezTo>
                  <a:cubicBezTo>
                    <a:pt x="175683" y="514350"/>
                    <a:pt x="176303" y="510993"/>
                    <a:pt x="177800" y="508000"/>
                  </a:cubicBezTo>
                  <a:cubicBezTo>
                    <a:pt x="179507" y="504587"/>
                    <a:pt x="180914" y="500497"/>
                    <a:pt x="184150" y="498475"/>
                  </a:cubicBezTo>
                  <a:cubicBezTo>
                    <a:pt x="189826" y="494927"/>
                    <a:pt x="203200" y="492125"/>
                    <a:pt x="203200" y="492125"/>
                  </a:cubicBezTo>
                  <a:lnTo>
                    <a:pt x="355600" y="495300"/>
                  </a:lnTo>
                  <a:cubicBezTo>
                    <a:pt x="358935" y="495584"/>
                    <a:pt x="354050" y="501899"/>
                    <a:pt x="352425" y="504825"/>
                  </a:cubicBezTo>
                  <a:cubicBezTo>
                    <a:pt x="348719" y="511496"/>
                    <a:pt x="343958" y="517525"/>
                    <a:pt x="339725" y="523875"/>
                  </a:cubicBezTo>
                  <a:cubicBezTo>
                    <a:pt x="337608" y="527050"/>
                    <a:pt x="334582" y="529780"/>
                    <a:pt x="333375" y="533400"/>
                  </a:cubicBezTo>
                  <a:lnTo>
                    <a:pt x="330200" y="542925"/>
                  </a:lnTo>
                  <a:cubicBezTo>
                    <a:pt x="331258" y="549275"/>
                    <a:pt x="329683" y="556701"/>
                    <a:pt x="333375" y="561975"/>
                  </a:cubicBezTo>
                  <a:cubicBezTo>
                    <a:pt x="340868" y="572679"/>
                    <a:pt x="360206" y="577269"/>
                    <a:pt x="371475" y="581025"/>
                  </a:cubicBezTo>
                  <a:lnTo>
                    <a:pt x="381000" y="584200"/>
                  </a:lnTo>
                  <a:lnTo>
                    <a:pt x="390525" y="587375"/>
                  </a:lnTo>
                  <a:cubicBezTo>
                    <a:pt x="400588" y="602469"/>
                    <a:pt x="395668" y="593280"/>
                    <a:pt x="403225" y="615950"/>
                  </a:cubicBezTo>
                  <a:cubicBezTo>
                    <a:pt x="406734" y="626476"/>
                    <a:pt x="410567" y="636786"/>
                    <a:pt x="412750" y="647700"/>
                  </a:cubicBezTo>
                  <a:cubicBezTo>
                    <a:pt x="414013" y="654013"/>
                    <a:pt x="414867" y="660400"/>
                    <a:pt x="415925" y="666750"/>
                  </a:cubicBezTo>
                  <a:cubicBezTo>
                    <a:pt x="411803" y="695601"/>
                    <a:pt x="415117" y="681875"/>
                    <a:pt x="406400" y="708025"/>
                  </a:cubicBezTo>
                  <a:cubicBezTo>
                    <a:pt x="405342" y="711200"/>
                    <a:pt x="405081" y="714765"/>
                    <a:pt x="403225" y="717550"/>
                  </a:cubicBezTo>
                  <a:cubicBezTo>
                    <a:pt x="395019" y="729860"/>
                    <a:pt x="398082" y="723455"/>
                    <a:pt x="393700" y="736600"/>
                  </a:cubicBezTo>
                  <a:cubicBezTo>
                    <a:pt x="394758" y="762000"/>
                    <a:pt x="394997" y="787447"/>
                    <a:pt x="396875" y="812800"/>
                  </a:cubicBezTo>
                  <a:cubicBezTo>
                    <a:pt x="397122" y="816138"/>
                    <a:pt x="398553" y="819332"/>
                    <a:pt x="400050" y="822325"/>
                  </a:cubicBezTo>
                  <a:cubicBezTo>
                    <a:pt x="404283" y="830792"/>
                    <a:pt x="407458" y="833967"/>
                    <a:pt x="415925" y="838200"/>
                  </a:cubicBezTo>
                  <a:cubicBezTo>
                    <a:pt x="418918" y="839697"/>
                    <a:pt x="422457" y="839878"/>
                    <a:pt x="425450" y="841375"/>
                  </a:cubicBezTo>
                  <a:cubicBezTo>
                    <a:pt x="428863" y="843082"/>
                    <a:pt x="431488" y="846175"/>
                    <a:pt x="434975" y="847725"/>
                  </a:cubicBezTo>
                  <a:cubicBezTo>
                    <a:pt x="441092" y="850443"/>
                    <a:pt x="447675" y="851958"/>
                    <a:pt x="454025" y="854075"/>
                  </a:cubicBezTo>
                  <a:cubicBezTo>
                    <a:pt x="468670" y="858957"/>
                    <a:pt x="460268" y="856594"/>
                    <a:pt x="479425" y="860425"/>
                  </a:cubicBezTo>
                  <a:cubicBezTo>
                    <a:pt x="506942" y="859367"/>
                    <a:pt x="534558" y="859820"/>
                    <a:pt x="561975" y="857250"/>
                  </a:cubicBezTo>
                  <a:cubicBezTo>
                    <a:pt x="568639" y="856625"/>
                    <a:pt x="575456" y="854613"/>
                    <a:pt x="581025" y="850900"/>
                  </a:cubicBezTo>
                  <a:lnTo>
                    <a:pt x="600075" y="838200"/>
                  </a:lnTo>
                  <a:cubicBezTo>
                    <a:pt x="622766" y="804163"/>
                    <a:pt x="587429" y="855820"/>
                    <a:pt x="615950" y="819150"/>
                  </a:cubicBezTo>
                  <a:cubicBezTo>
                    <a:pt x="620635" y="813126"/>
                    <a:pt x="628650" y="800100"/>
                    <a:pt x="628650" y="800100"/>
                  </a:cubicBezTo>
                  <a:cubicBezTo>
                    <a:pt x="627592" y="781050"/>
                    <a:pt x="627842" y="761882"/>
                    <a:pt x="625475" y="742950"/>
                  </a:cubicBezTo>
                  <a:cubicBezTo>
                    <a:pt x="622745" y="721107"/>
                    <a:pt x="620086" y="728998"/>
                    <a:pt x="612775" y="714375"/>
                  </a:cubicBezTo>
                  <a:cubicBezTo>
                    <a:pt x="611278" y="711382"/>
                    <a:pt x="611097" y="707843"/>
                    <a:pt x="609600" y="704850"/>
                  </a:cubicBezTo>
                  <a:cubicBezTo>
                    <a:pt x="607893" y="701437"/>
                    <a:pt x="604957" y="698738"/>
                    <a:pt x="603250" y="695325"/>
                  </a:cubicBezTo>
                  <a:cubicBezTo>
                    <a:pt x="601753" y="692332"/>
                    <a:pt x="601700" y="688726"/>
                    <a:pt x="600075" y="685800"/>
                  </a:cubicBezTo>
                  <a:cubicBezTo>
                    <a:pt x="579559" y="648871"/>
                    <a:pt x="593387" y="684786"/>
                    <a:pt x="581025" y="647700"/>
                  </a:cubicBezTo>
                  <a:lnTo>
                    <a:pt x="577850" y="638175"/>
                  </a:lnTo>
                  <a:lnTo>
                    <a:pt x="574675" y="628650"/>
                  </a:lnTo>
                  <a:cubicBezTo>
                    <a:pt x="573617" y="619125"/>
                    <a:pt x="572620" y="609593"/>
                    <a:pt x="571500" y="600075"/>
                  </a:cubicBezTo>
                  <a:cubicBezTo>
                    <a:pt x="570503" y="591601"/>
                    <a:pt x="568325" y="583208"/>
                    <a:pt x="568325" y="574675"/>
                  </a:cubicBezTo>
                  <a:cubicBezTo>
                    <a:pt x="568325" y="554539"/>
                    <a:pt x="569101" y="534343"/>
                    <a:pt x="571500" y="514350"/>
                  </a:cubicBezTo>
                  <a:cubicBezTo>
                    <a:pt x="571825" y="511645"/>
                    <a:pt x="578260" y="489487"/>
                    <a:pt x="584200" y="485775"/>
                  </a:cubicBezTo>
                  <a:cubicBezTo>
                    <a:pt x="589876" y="482227"/>
                    <a:pt x="603250" y="479425"/>
                    <a:pt x="603250" y="479425"/>
                  </a:cubicBezTo>
                  <a:cubicBezTo>
                    <a:pt x="611717" y="480483"/>
                    <a:pt x="620234" y="481197"/>
                    <a:pt x="628650" y="482600"/>
                  </a:cubicBezTo>
                  <a:cubicBezTo>
                    <a:pt x="658831" y="487630"/>
                    <a:pt x="621928" y="484244"/>
                    <a:pt x="657225" y="488950"/>
                  </a:cubicBezTo>
                  <a:cubicBezTo>
                    <a:pt x="671419" y="490843"/>
                    <a:pt x="692986" y="491540"/>
                    <a:pt x="708025" y="495300"/>
                  </a:cubicBezTo>
                  <a:cubicBezTo>
                    <a:pt x="714519" y="496923"/>
                    <a:pt x="721506" y="497937"/>
                    <a:pt x="727075" y="501650"/>
                  </a:cubicBezTo>
                  <a:cubicBezTo>
                    <a:pt x="730250" y="503767"/>
                    <a:pt x="732919" y="506996"/>
                    <a:pt x="736600" y="508000"/>
                  </a:cubicBezTo>
                  <a:cubicBezTo>
                    <a:pt x="744832" y="510245"/>
                    <a:pt x="753553" y="509968"/>
                    <a:pt x="762000" y="511175"/>
                  </a:cubicBezTo>
                  <a:cubicBezTo>
                    <a:pt x="768373" y="512085"/>
                    <a:pt x="774737" y="513087"/>
                    <a:pt x="781050" y="514350"/>
                  </a:cubicBezTo>
                  <a:cubicBezTo>
                    <a:pt x="806246" y="519389"/>
                    <a:pt x="780403" y="515776"/>
                    <a:pt x="812800" y="523875"/>
                  </a:cubicBezTo>
                  <a:lnTo>
                    <a:pt x="825500" y="527050"/>
                  </a:lnTo>
                  <a:cubicBezTo>
                    <a:pt x="924265" y="523644"/>
                    <a:pt x="888441" y="533586"/>
                    <a:pt x="936625" y="517525"/>
                  </a:cubicBezTo>
                  <a:cubicBezTo>
                    <a:pt x="939800" y="516467"/>
                    <a:pt x="943365" y="516206"/>
                    <a:pt x="946150" y="514350"/>
                  </a:cubicBezTo>
                  <a:lnTo>
                    <a:pt x="955675" y="508000"/>
                  </a:lnTo>
                  <a:cubicBezTo>
                    <a:pt x="957792" y="504825"/>
                    <a:pt x="960318" y="501888"/>
                    <a:pt x="962025" y="498475"/>
                  </a:cubicBezTo>
                  <a:cubicBezTo>
                    <a:pt x="963522" y="495482"/>
                    <a:pt x="963575" y="491876"/>
                    <a:pt x="965200" y="488950"/>
                  </a:cubicBezTo>
                  <a:cubicBezTo>
                    <a:pt x="968906" y="482279"/>
                    <a:pt x="973667" y="476250"/>
                    <a:pt x="977900" y="469900"/>
                  </a:cubicBezTo>
                  <a:cubicBezTo>
                    <a:pt x="980017" y="466725"/>
                    <a:pt x="983043" y="463995"/>
                    <a:pt x="984250" y="460375"/>
                  </a:cubicBezTo>
                  <a:lnTo>
                    <a:pt x="987425" y="450850"/>
                  </a:lnTo>
                  <a:cubicBezTo>
                    <a:pt x="986367" y="430742"/>
                    <a:pt x="986649" y="410518"/>
                    <a:pt x="984250" y="390525"/>
                  </a:cubicBezTo>
                  <a:cubicBezTo>
                    <a:pt x="983453" y="383879"/>
                    <a:pt x="980017" y="377825"/>
                    <a:pt x="977900" y="371475"/>
                  </a:cubicBezTo>
                  <a:lnTo>
                    <a:pt x="974725" y="361950"/>
                  </a:lnTo>
                  <a:cubicBezTo>
                    <a:pt x="972460" y="355156"/>
                    <a:pt x="970993" y="347969"/>
                    <a:pt x="965200" y="342900"/>
                  </a:cubicBezTo>
                  <a:cubicBezTo>
                    <a:pt x="959457" y="337874"/>
                    <a:pt x="952500" y="334433"/>
                    <a:pt x="946150" y="330200"/>
                  </a:cubicBezTo>
                  <a:lnTo>
                    <a:pt x="936625" y="323850"/>
                  </a:lnTo>
                  <a:lnTo>
                    <a:pt x="927100" y="317500"/>
                  </a:lnTo>
                  <a:cubicBezTo>
                    <a:pt x="923925" y="315383"/>
                    <a:pt x="921195" y="312357"/>
                    <a:pt x="917575" y="311150"/>
                  </a:cubicBezTo>
                  <a:lnTo>
                    <a:pt x="908050" y="307975"/>
                  </a:lnTo>
                  <a:cubicBezTo>
                    <a:pt x="894292" y="309033"/>
                    <a:pt x="880467" y="309438"/>
                    <a:pt x="866775" y="311150"/>
                  </a:cubicBezTo>
                  <a:cubicBezTo>
                    <a:pt x="863454" y="311565"/>
                    <a:pt x="859863" y="312234"/>
                    <a:pt x="857250" y="314325"/>
                  </a:cubicBezTo>
                  <a:cubicBezTo>
                    <a:pt x="854270" y="316709"/>
                    <a:pt x="853598" y="321152"/>
                    <a:pt x="850900" y="323850"/>
                  </a:cubicBezTo>
                  <a:cubicBezTo>
                    <a:pt x="848202" y="326548"/>
                    <a:pt x="844550" y="328083"/>
                    <a:pt x="841375" y="330200"/>
                  </a:cubicBezTo>
                  <a:cubicBezTo>
                    <a:pt x="836329" y="337769"/>
                    <a:pt x="828103" y="352806"/>
                    <a:pt x="819150" y="358775"/>
                  </a:cubicBezTo>
                  <a:cubicBezTo>
                    <a:pt x="816365" y="360631"/>
                    <a:pt x="812800" y="360892"/>
                    <a:pt x="809625" y="361950"/>
                  </a:cubicBezTo>
                  <a:cubicBezTo>
                    <a:pt x="769408" y="360892"/>
                    <a:pt x="729144" y="361007"/>
                    <a:pt x="688975" y="358775"/>
                  </a:cubicBezTo>
                  <a:cubicBezTo>
                    <a:pt x="671936" y="357828"/>
                    <a:pt x="638175" y="352425"/>
                    <a:pt x="638175" y="352425"/>
                  </a:cubicBezTo>
                  <a:lnTo>
                    <a:pt x="619125" y="346075"/>
                  </a:lnTo>
                  <a:cubicBezTo>
                    <a:pt x="615950" y="345017"/>
                    <a:pt x="612385" y="344756"/>
                    <a:pt x="609600" y="342900"/>
                  </a:cubicBezTo>
                  <a:lnTo>
                    <a:pt x="590550" y="330200"/>
                  </a:lnTo>
                  <a:cubicBezTo>
                    <a:pt x="586317" y="323850"/>
                    <a:pt x="580263" y="318390"/>
                    <a:pt x="577850" y="311150"/>
                  </a:cubicBezTo>
                  <a:lnTo>
                    <a:pt x="561975" y="263525"/>
                  </a:lnTo>
                  <a:lnTo>
                    <a:pt x="558800" y="254000"/>
                  </a:lnTo>
                  <a:cubicBezTo>
                    <a:pt x="557742" y="250825"/>
                    <a:pt x="556437" y="247722"/>
                    <a:pt x="555625" y="244475"/>
                  </a:cubicBezTo>
                  <a:lnTo>
                    <a:pt x="546100" y="206375"/>
                  </a:lnTo>
                  <a:cubicBezTo>
                    <a:pt x="543625" y="196476"/>
                    <a:pt x="540306" y="184634"/>
                    <a:pt x="539750" y="174625"/>
                  </a:cubicBezTo>
                  <a:cubicBezTo>
                    <a:pt x="539046" y="161945"/>
                    <a:pt x="539750" y="149225"/>
                    <a:pt x="539750" y="136525"/>
                  </a:cubicBezTo>
                </a:path>
              </a:pathLst>
            </a:cu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A5A906D-3BD9-6BC0-3A92-173C4E588C7B}"/>
              </a:ext>
            </a:extLst>
          </p:cNvPr>
          <p:cNvGrpSpPr/>
          <p:nvPr/>
        </p:nvGrpSpPr>
        <p:grpSpPr>
          <a:xfrm>
            <a:off x="895932" y="1854054"/>
            <a:ext cx="591672" cy="658601"/>
            <a:chOff x="825999" y="751842"/>
            <a:chExt cx="591672" cy="658601"/>
          </a:xfrm>
        </p:grpSpPr>
        <p:sp>
          <p:nvSpPr>
            <p:cNvPr id="31" name="Shape 135">
              <a:extLst>
                <a:ext uri="{FF2B5EF4-FFF2-40B4-BE49-F238E27FC236}">
                  <a16:creationId xmlns:a16="http://schemas.microsoft.com/office/drawing/2014/main" id="{FDD2D68B-E839-5DFD-0218-4AE961EE6E37}"/>
                </a:ext>
              </a:extLst>
            </p:cNvPr>
            <p:cNvSpPr/>
            <p:nvPr/>
          </p:nvSpPr>
          <p:spPr>
            <a:xfrm>
              <a:off x="1016554" y="751842"/>
              <a:ext cx="131037" cy="137071"/>
            </a:xfrm>
            <a:prstGeom prst="ellipse">
              <a:avLst/>
            </a:prstGeom>
            <a:solidFill>
              <a:schemeClr val="accent2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267E3A32-AC31-3DA6-00E3-6CF62778504D}"/>
                </a:ext>
              </a:extLst>
            </p:cNvPr>
            <p:cNvSpPr/>
            <p:nvPr/>
          </p:nvSpPr>
          <p:spPr>
            <a:xfrm>
              <a:off x="825999" y="888602"/>
              <a:ext cx="591672" cy="521841"/>
            </a:xfrm>
            <a:custGeom>
              <a:avLst/>
              <a:gdLst>
                <a:gd name="csX0" fmla="*/ 419100 w 987425"/>
                <a:gd name="csY0" fmla="*/ 0 h 860425"/>
                <a:gd name="csX1" fmla="*/ 422275 w 987425"/>
                <a:gd name="csY1" fmla="*/ 117475 h 860425"/>
                <a:gd name="csX2" fmla="*/ 431800 w 987425"/>
                <a:gd name="csY2" fmla="*/ 177800 h 860425"/>
                <a:gd name="csX3" fmla="*/ 428625 w 987425"/>
                <a:gd name="csY3" fmla="*/ 317500 h 860425"/>
                <a:gd name="csX4" fmla="*/ 422275 w 987425"/>
                <a:gd name="csY4" fmla="*/ 336550 h 860425"/>
                <a:gd name="csX5" fmla="*/ 403225 w 987425"/>
                <a:gd name="csY5" fmla="*/ 352425 h 860425"/>
                <a:gd name="csX6" fmla="*/ 393700 w 987425"/>
                <a:gd name="csY6" fmla="*/ 361950 h 860425"/>
                <a:gd name="csX7" fmla="*/ 384175 w 987425"/>
                <a:gd name="csY7" fmla="*/ 365125 h 860425"/>
                <a:gd name="csX8" fmla="*/ 374650 w 987425"/>
                <a:gd name="csY8" fmla="*/ 371475 h 860425"/>
                <a:gd name="csX9" fmla="*/ 355600 w 987425"/>
                <a:gd name="csY9" fmla="*/ 377825 h 860425"/>
                <a:gd name="csX10" fmla="*/ 292100 w 987425"/>
                <a:gd name="csY10" fmla="*/ 374650 h 860425"/>
                <a:gd name="csX11" fmla="*/ 273050 w 987425"/>
                <a:gd name="csY11" fmla="*/ 368300 h 860425"/>
                <a:gd name="csX12" fmla="*/ 254000 w 987425"/>
                <a:gd name="csY12" fmla="*/ 365125 h 860425"/>
                <a:gd name="csX13" fmla="*/ 222250 w 987425"/>
                <a:gd name="csY13" fmla="*/ 355600 h 860425"/>
                <a:gd name="csX14" fmla="*/ 203200 w 987425"/>
                <a:gd name="csY14" fmla="*/ 349250 h 860425"/>
                <a:gd name="csX15" fmla="*/ 193675 w 987425"/>
                <a:gd name="csY15" fmla="*/ 346075 h 860425"/>
                <a:gd name="csX16" fmla="*/ 184150 w 987425"/>
                <a:gd name="csY16" fmla="*/ 339725 h 860425"/>
                <a:gd name="csX17" fmla="*/ 165100 w 987425"/>
                <a:gd name="csY17" fmla="*/ 333375 h 860425"/>
                <a:gd name="csX18" fmla="*/ 155575 w 987425"/>
                <a:gd name="csY18" fmla="*/ 327025 h 860425"/>
                <a:gd name="csX19" fmla="*/ 136525 w 987425"/>
                <a:gd name="csY19" fmla="*/ 320675 h 860425"/>
                <a:gd name="csX20" fmla="*/ 107950 w 987425"/>
                <a:gd name="csY20" fmla="*/ 314325 h 860425"/>
                <a:gd name="csX21" fmla="*/ 79375 w 987425"/>
                <a:gd name="csY21" fmla="*/ 317500 h 860425"/>
                <a:gd name="csX22" fmla="*/ 50800 w 987425"/>
                <a:gd name="csY22" fmla="*/ 330200 h 860425"/>
                <a:gd name="csX23" fmla="*/ 31750 w 987425"/>
                <a:gd name="csY23" fmla="*/ 339725 h 860425"/>
                <a:gd name="csX24" fmla="*/ 25400 w 987425"/>
                <a:gd name="csY24" fmla="*/ 349250 h 860425"/>
                <a:gd name="csX25" fmla="*/ 9525 w 987425"/>
                <a:gd name="csY25" fmla="*/ 365125 h 860425"/>
                <a:gd name="csX26" fmla="*/ 3175 w 987425"/>
                <a:gd name="csY26" fmla="*/ 384175 h 860425"/>
                <a:gd name="csX27" fmla="*/ 0 w 987425"/>
                <a:gd name="csY27" fmla="*/ 393700 h 860425"/>
                <a:gd name="csX28" fmla="*/ 3175 w 987425"/>
                <a:gd name="csY28" fmla="*/ 466725 h 860425"/>
                <a:gd name="csX29" fmla="*/ 6350 w 987425"/>
                <a:gd name="csY29" fmla="*/ 476250 h 860425"/>
                <a:gd name="csX30" fmla="*/ 12700 w 987425"/>
                <a:gd name="csY30" fmla="*/ 485775 h 860425"/>
                <a:gd name="csX31" fmla="*/ 22225 w 987425"/>
                <a:gd name="csY31" fmla="*/ 504825 h 860425"/>
                <a:gd name="csX32" fmla="*/ 31750 w 987425"/>
                <a:gd name="csY32" fmla="*/ 511175 h 860425"/>
                <a:gd name="csX33" fmla="*/ 47625 w 987425"/>
                <a:gd name="csY33" fmla="*/ 527050 h 860425"/>
                <a:gd name="csX34" fmla="*/ 57150 w 987425"/>
                <a:gd name="csY34" fmla="*/ 536575 h 860425"/>
                <a:gd name="csX35" fmla="*/ 76200 w 987425"/>
                <a:gd name="csY35" fmla="*/ 542925 h 860425"/>
                <a:gd name="csX36" fmla="*/ 85725 w 987425"/>
                <a:gd name="csY36" fmla="*/ 546100 h 860425"/>
                <a:gd name="csX37" fmla="*/ 95250 w 987425"/>
                <a:gd name="csY37" fmla="*/ 549275 h 860425"/>
                <a:gd name="csX38" fmla="*/ 152400 w 987425"/>
                <a:gd name="csY38" fmla="*/ 542925 h 860425"/>
                <a:gd name="csX39" fmla="*/ 161925 w 987425"/>
                <a:gd name="csY39" fmla="*/ 536575 h 860425"/>
                <a:gd name="csX40" fmla="*/ 174625 w 987425"/>
                <a:gd name="csY40" fmla="*/ 517525 h 860425"/>
                <a:gd name="csX41" fmla="*/ 177800 w 987425"/>
                <a:gd name="csY41" fmla="*/ 508000 h 860425"/>
                <a:gd name="csX42" fmla="*/ 184150 w 987425"/>
                <a:gd name="csY42" fmla="*/ 498475 h 860425"/>
                <a:gd name="csX43" fmla="*/ 203200 w 987425"/>
                <a:gd name="csY43" fmla="*/ 492125 h 860425"/>
                <a:gd name="csX44" fmla="*/ 355600 w 987425"/>
                <a:gd name="csY44" fmla="*/ 495300 h 860425"/>
                <a:gd name="csX45" fmla="*/ 352425 w 987425"/>
                <a:gd name="csY45" fmla="*/ 504825 h 860425"/>
                <a:gd name="csX46" fmla="*/ 339725 w 987425"/>
                <a:gd name="csY46" fmla="*/ 523875 h 860425"/>
                <a:gd name="csX47" fmla="*/ 333375 w 987425"/>
                <a:gd name="csY47" fmla="*/ 533400 h 860425"/>
                <a:gd name="csX48" fmla="*/ 330200 w 987425"/>
                <a:gd name="csY48" fmla="*/ 542925 h 860425"/>
                <a:gd name="csX49" fmla="*/ 333375 w 987425"/>
                <a:gd name="csY49" fmla="*/ 561975 h 860425"/>
                <a:gd name="csX50" fmla="*/ 371475 w 987425"/>
                <a:gd name="csY50" fmla="*/ 581025 h 860425"/>
                <a:gd name="csX51" fmla="*/ 381000 w 987425"/>
                <a:gd name="csY51" fmla="*/ 584200 h 860425"/>
                <a:gd name="csX52" fmla="*/ 390525 w 987425"/>
                <a:gd name="csY52" fmla="*/ 587375 h 860425"/>
                <a:gd name="csX53" fmla="*/ 403225 w 987425"/>
                <a:gd name="csY53" fmla="*/ 615950 h 860425"/>
                <a:gd name="csX54" fmla="*/ 412750 w 987425"/>
                <a:gd name="csY54" fmla="*/ 647700 h 860425"/>
                <a:gd name="csX55" fmla="*/ 415925 w 987425"/>
                <a:gd name="csY55" fmla="*/ 666750 h 860425"/>
                <a:gd name="csX56" fmla="*/ 406400 w 987425"/>
                <a:gd name="csY56" fmla="*/ 708025 h 860425"/>
                <a:gd name="csX57" fmla="*/ 403225 w 987425"/>
                <a:gd name="csY57" fmla="*/ 717550 h 860425"/>
                <a:gd name="csX58" fmla="*/ 393700 w 987425"/>
                <a:gd name="csY58" fmla="*/ 736600 h 860425"/>
                <a:gd name="csX59" fmla="*/ 396875 w 987425"/>
                <a:gd name="csY59" fmla="*/ 812800 h 860425"/>
                <a:gd name="csX60" fmla="*/ 400050 w 987425"/>
                <a:gd name="csY60" fmla="*/ 822325 h 860425"/>
                <a:gd name="csX61" fmla="*/ 415925 w 987425"/>
                <a:gd name="csY61" fmla="*/ 838200 h 860425"/>
                <a:gd name="csX62" fmla="*/ 425450 w 987425"/>
                <a:gd name="csY62" fmla="*/ 841375 h 860425"/>
                <a:gd name="csX63" fmla="*/ 434975 w 987425"/>
                <a:gd name="csY63" fmla="*/ 847725 h 860425"/>
                <a:gd name="csX64" fmla="*/ 454025 w 987425"/>
                <a:gd name="csY64" fmla="*/ 854075 h 860425"/>
                <a:gd name="csX65" fmla="*/ 479425 w 987425"/>
                <a:gd name="csY65" fmla="*/ 860425 h 860425"/>
                <a:gd name="csX66" fmla="*/ 561975 w 987425"/>
                <a:gd name="csY66" fmla="*/ 857250 h 860425"/>
                <a:gd name="csX67" fmla="*/ 581025 w 987425"/>
                <a:gd name="csY67" fmla="*/ 850900 h 860425"/>
                <a:gd name="csX68" fmla="*/ 600075 w 987425"/>
                <a:gd name="csY68" fmla="*/ 838200 h 860425"/>
                <a:gd name="csX69" fmla="*/ 615950 w 987425"/>
                <a:gd name="csY69" fmla="*/ 819150 h 860425"/>
                <a:gd name="csX70" fmla="*/ 628650 w 987425"/>
                <a:gd name="csY70" fmla="*/ 800100 h 860425"/>
                <a:gd name="csX71" fmla="*/ 625475 w 987425"/>
                <a:gd name="csY71" fmla="*/ 742950 h 860425"/>
                <a:gd name="csX72" fmla="*/ 612775 w 987425"/>
                <a:gd name="csY72" fmla="*/ 714375 h 860425"/>
                <a:gd name="csX73" fmla="*/ 609600 w 987425"/>
                <a:gd name="csY73" fmla="*/ 704850 h 860425"/>
                <a:gd name="csX74" fmla="*/ 603250 w 987425"/>
                <a:gd name="csY74" fmla="*/ 695325 h 860425"/>
                <a:gd name="csX75" fmla="*/ 600075 w 987425"/>
                <a:gd name="csY75" fmla="*/ 685800 h 860425"/>
                <a:gd name="csX76" fmla="*/ 581025 w 987425"/>
                <a:gd name="csY76" fmla="*/ 647700 h 860425"/>
                <a:gd name="csX77" fmla="*/ 577850 w 987425"/>
                <a:gd name="csY77" fmla="*/ 638175 h 860425"/>
                <a:gd name="csX78" fmla="*/ 574675 w 987425"/>
                <a:gd name="csY78" fmla="*/ 628650 h 860425"/>
                <a:gd name="csX79" fmla="*/ 571500 w 987425"/>
                <a:gd name="csY79" fmla="*/ 600075 h 860425"/>
                <a:gd name="csX80" fmla="*/ 568325 w 987425"/>
                <a:gd name="csY80" fmla="*/ 574675 h 860425"/>
                <a:gd name="csX81" fmla="*/ 571500 w 987425"/>
                <a:gd name="csY81" fmla="*/ 514350 h 860425"/>
                <a:gd name="csX82" fmla="*/ 584200 w 987425"/>
                <a:gd name="csY82" fmla="*/ 485775 h 860425"/>
                <a:gd name="csX83" fmla="*/ 603250 w 987425"/>
                <a:gd name="csY83" fmla="*/ 479425 h 860425"/>
                <a:gd name="csX84" fmla="*/ 628650 w 987425"/>
                <a:gd name="csY84" fmla="*/ 482600 h 860425"/>
                <a:gd name="csX85" fmla="*/ 657225 w 987425"/>
                <a:gd name="csY85" fmla="*/ 488950 h 860425"/>
                <a:gd name="csX86" fmla="*/ 708025 w 987425"/>
                <a:gd name="csY86" fmla="*/ 495300 h 860425"/>
                <a:gd name="csX87" fmla="*/ 727075 w 987425"/>
                <a:gd name="csY87" fmla="*/ 501650 h 860425"/>
                <a:gd name="csX88" fmla="*/ 736600 w 987425"/>
                <a:gd name="csY88" fmla="*/ 508000 h 860425"/>
                <a:gd name="csX89" fmla="*/ 762000 w 987425"/>
                <a:gd name="csY89" fmla="*/ 511175 h 860425"/>
                <a:gd name="csX90" fmla="*/ 781050 w 987425"/>
                <a:gd name="csY90" fmla="*/ 514350 h 860425"/>
                <a:gd name="csX91" fmla="*/ 812800 w 987425"/>
                <a:gd name="csY91" fmla="*/ 523875 h 860425"/>
                <a:gd name="csX92" fmla="*/ 825500 w 987425"/>
                <a:gd name="csY92" fmla="*/ 527050 h 860425"/>
                <a:gd name="csX93" fmla="*/ 936625 w 987425"/>
                <a:gd name="csY93" fmla="*/ 517525 h 860425"/>
                <a:gd name="csX94" fmla="*/ 946150 w 987425"/>
                <a:gd name="csY94" fmla="*/ 514350 h 860425"/>
                <a:gd name="csX95" fmla="*/ 955675 w 987425"/>
                <a:gd name="csY95" fmla="*/ 508000 h 860425"/>
                <a:gd name="csX96" fmla="*/ 962025 w 987425"/>
                <a:gd name="csY96" fmla="*/ 498475 h 860425"/>
                <a:gd name="csX97" fmla="*/ 965200 w 987425"/>
                <a:gd name="csY97" fmla="*/ 488950 h 860425"/>
                <a:gd name="csX98" fmla="*/ 977900 w 987425"/>
                <a:gd name="csY98" fmla="*/ 469900 h 860425"/>
                <a:gd name="csX99" fmla="*/ 984250 w 987425"/>
                <a:gd name="csY99" fmla="*/ 460375 h 860425"/>
                <a:gd name="csX100" fmla="*/ 987425 w 987425"/>
                <a:gd name="csY100" fmla="*/ 450850 h 860425"/>
                <a:gd name="csX101" fmla="*/ 984250 w 987425"/>
                <a:gd name="csY101" fmla="*/ 390525 h 860425"/>
                <a:gd name="csX102" fmla="*/ 977900 w 987425"/>
                <a:gd name="csY102" fmla="*/ 371475 h 860425"/>
                <a:gd name="csX103" fmla="*/ 974725 w 987425"/>
                <a:gd name="csY103" fmla="*/ 361950 h 860425"/>
                <a:gd name="csX104" fmla="*/ 965200 w 987425"/>
                <a:gd name="csY104" fmla="*/ 342900 h 860425"/>
                <a:gd name="csX105" fmla="*/ 946150 w 987425"/>
                <a:gd name="csY105" fmla="*/ 330200 h 860425"/>
                <a:gd name="csX106" fmla="*/ 936625 w 987425"/>
                <a:gd name="csY106" fmla="*/ 323850 h 860425"/>
                <a:gd name="csX107" fmla="*/ 927100 w 987425"/>
                <a:gd name="csY107" fmla="*/ 317500 h 860425"/>
                <a:gd name="csX108" fmla="*/ 917575 w 987425"/>
                <a:gd name="csY108" fmla="*/ 311150 h 860425"/>
                <a:gd name="csX109" fmla="*/ 908050 w 987425"/>
                <a:gd name="csY109" fmla="*/ 307975 h 860425"/>
                <a:gd name="csX110" fmla="*/ 866775 w 987425"/>
                <a:gd name="csY110" fmla="*/ 311150 h 860425"/>
                <a:gd name="csX111" fmla="*/ 857250 w 987425"/>
                <a:gd name="csY111" fmla="*/ 314325 h 860425"/>
                <a:gd name="csX112" fmla="*/ 850900 w 987425"/>
                <a:gd name="csY112" fmla="*/ 323850 h 860425"/>
                <a:gd name="csX113" fmla="*/ 841375 w 987425"/>
                <a:gd name="csY113" fmla="*/ 330200 h 860425"/>
                <a:gd name="csX114" fmla="*/ 819150 w 987425"/>
                <a:gd name="csY114" fmla="*/ 358775 h 860425"/>
                <a:gd name="csX115" fmla="*/ 809625 w 987425"/>
                <a:gd name="csY115" fmla="*/ 361950 h 860425"/>
                <a:gd name="csX116" fmla="*/ 688975 w 987425"/>
                <a:gd name="csY116" fmla="*/ 358775 h 860425"/>
                <a:gd name="csX117" fmla="*/ 638175 w 987425"/>
                <a:gd name="csY117" fmla="*/ 352425 h 860425"/>
                <a:gd name="csX118" fmla="*/ 619125 w 987425"/>
                <a:gd name="csY118" fmla="*/ 346075 h 860425"/>
                <a:gd name="csX119" fmla="*/ 609600 w 987425"/>
                <a:gd name="csY119" fmla="*/ 342900 h 860425"/>
                <a:gd name="csX120" fmla="*/ 590550 w 987425"/>
                <a:gd name="csY120" fmla="*/ 330200 h 860425"/>
                <a:gd name="csX121" fmla="*/ 577850 w 987425"/>
                <a:gd name="csY121" fmla="*/ 311150 h 860425"/>
                <a:gd name="csX122" fmla="*/ 561975 w 987425"/>
                <a:gd name="csY122" fmla="*/ 263525 h 860425"/>
                <a:gd name="csX123" fmla="*/ 558800 w 987425"/>
                <a:gd name="csY123" fmla="*/ 254000 h 860425"/>
                <a:gd name="csX124" fmla="*/ 555625 w 987425"/>
                <a:gd name="csY124" fmla="*/ 244475 h 860425"/>
                <a:gd name="csX125" fmla="*/ 546100 w 987425"/>
                <a:gd name="csY125" fmla="*/ 206375 h 860425"/>
                <a:gd name="csX126" fmla="*/ 539750 w 987425"/>
                <a:gd name="csY126" fmla="*/ 174625 h 860425"/>
                <a:gd name="csX127" fmla="*/ 539750 w 987425"/>
                <a:gd name="csY127" fmla="*/ 136525 h 860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</a:cxnLst>
              <a:rect l="l" t="t" r="r" b="b"/>
              <a:pathLst>
                <a:path w="987425" h="860425">
                  <a:moveTo>
                    <a:pt x="419100" y="0"/>
                  </a:moveTo>
                  <a:cubicBezTo>
                    <a:pt x="420158" y="39158"/>
                    <a:pt x="419975" y="78370"/>
                    <a:pt x="422275" y="117475"/>
                  </a:cubicBezTo>
                  <a:cubicBezTo>
                    <a:pt x="423461" y="137629"/>
                    <a:pt x="427827" y="157935"/>
                    <a:pt x="431800" y="177800"/>
                  </a:cubicBezTo>
                  <a:cubicBezTo>
                    <a:pt x="430742" y="224367"/>
                    <a:pt x="431415" y="271005"/>
                    <a:pt x="428625" y="317500"/>
                  </a:cubicBezTo>
                  <a:cubicBezTo>
                    <a:pt x="428224" y="324181"/>
                    <a:pt x="427008" y="331817"/>
                    <a:pt x="422275" y="336550"/>
                  </a:cubicBezTo>
                  <a:cubicBezTo>
                    <a:pt x="394448" y="364377"/>
                    <a:pt x="429747" y="330323"/>
                    <a:pt x="403225" y="352425"/>
                  </a:cubicBezTo>
                  <a:cubicBezTo>
                    <a:pt x="399776" y="355300"/>
                    <a:pt x="397436" y="359459"/>
                    <a:pt x="393700" y="361950"/>
                  </a:cubicBezTo>
                  <a:cubicBezTo>
                    <a:pt x="390915" y="363806"/>
                    <a:pt x="387168" y="363628"/>
                    <a:pt x="384175" y="365125"/>
                  </a:cubicBezTo>
                  <a:cubicBezTo>
                    <a:pt x="380762" y="366832"/>
                    <a:pt x="378137" y="369925"/>
                    <a:pt x="374650" y="371475"/>
                  </a:cubicBezTo>
                  <a:cubicBezTo>
                    <a:pt x="368533" y="374193"/>
                    <a:pt x="355600" y="377825"/>
                    <a:pt x="355600" y="377825"/>
                  </a:cubicBezTo>
                  <a:cubicBezTo>
                    <a:pt x="334433" y="376767"/>
                    <a:pt x="313153" y="377079"/>
                    <a:pt x="292100" y="374650"/>
                  </a:cubicBezTo>
                  <a:cubicBezTo>
                    <a:pt x="285451" y="373883"/>
                    <a:pt x="279652" y="369400"/>
                    <a:pt x="273050" y="368300"/>
                  </a:cubicBezTo>
                  <a:cubicBezTo>
                    <a:pt x="266700" y="367242"/>
                    <a:pt x="260313" y="366388"/>
                    <a:pt x="254000" y="365125"/>
                  </a:cubicBezTo>
                  <a:cubicBezTo>
                    <a:pt x="242004" y="362726"/>
                    <a:pt x="234399" y="359650"/>
                    <a:pt x="222250" y="355600"/>
                  </a:cubicBezTo>
                  <a:lnTo>
                    <a:pt x="203200" y="349250"/>
                  </a:lnTo>
                  <a:cubicBezTo>
                    <a:pt x="200025" y="348192"/>
                    <a:pt x="196460" y="347931"/>
                    <a:pt x="193675" y="346075"/>
                  </a:cubicBezTo>
                  <a:cubicBezTo>
                    <a:pt x="190500" y="343958"/>
                    <a:pt x="187637" y="341275"/>
                    <a:pt x="184150" y="339725"/>
                  </a:cubicBezTo>
                  <a:cubicBezTo>
                    <a:pt x="178033" y="337007"/>
                    <a:pt x="170669" y="337088"/>
                    <a:pt x="165100" y="333375"/>
                  </a:cubicBezTo>
                  <a:cubicBezTo>
                    <a:pt x="161925" y="331258"/>
                    <a:pt x="159062" y="328575"/>
                    <a:pt x="155575" y="327025"/>
                  </a:cubicBezTo>
                  <a:cubicBezTo>
                    <a:pt x="149458" y="324307"/>
                    <a:pt x="142875" y="322792"/>
                    <a:pt x="136525" y="320675"/>
                  </a:cubicBezTo>
                  <a:cubicBezTo>
                    <a:pt x="120893" y="315464"/>
                    <a:pt x="130301" y="318050"/>
                    <a:pt x="107950" y="314325"/>
                  </a:cubicBezTo>
                  <a:cubicBezTo>
                    <a:pt x="98425" y="315383"/>
                    <a:pt x="88773" y="315620"/>
                    <a:pt x="79375" y="317500"/>
                  </a:cubicBezTo>
                  <a:cubicBezTo>
                    <a:pt x="52071" y="322961"/>
                    <a:pt x="68536" y="321332"/>
                    <a:pt x="50800" y="330200"/>
                  </a:cubicBezTo>
                  <a:cubicBezTo>
                    <a:pt x="24510" y="343345"/>
                    <a:pt x="59047" y="321527"/>
                    <a:pt x="31750" y="339725"/>
                  </a:cubicBezTo>
                  <a:cubicBezTo>
                    <a:pt x="29633" y="342900"/>
                    <a:pt x="28098" y="346552"/>
                    <a:pt x="25400" y="349250"/>
                  </a:cubicBezTo>
                  <a:cubicBezTo>
                    <a:pt x="14393" y="360257"/>
                    <a:pt x="16298" y="349885"/>
                    <a:pt x="9525" y="365125"/>
                  </a:cubicBezTo>
                  <a:cubicBezTo>
                    <a:pt x="6807" y="371242"/>
                    <a:pt x="5292" y="377825"/>
                    <a:pt x="3175" y="384175"/>
                  </a:cubicBezTo>
                  <a:lnTo>
                    <a:pt x="0" y="393700"/>
                  </a:lnTo>
                  <a:cubicBezTo>
                    <a:pt x="1058" y="418042"/>
                    <a:pt x="1306" y="442432"/>
                    <a:pt x="3175" y="466725"/>
                  </a:cubicBezTo>
                  <a:cubicBezTo>
                    <a:pt x="3432" y="470062"/>
                    <a:pt x="4853" y="473257"/>
                    <a:pt x="6350" y="476250"/>
                  </a:cubicBezTo>
                  <a:cubicBezTo>
                    <a:pt x="8057" y="479663"/>
                    <a:pt x="10993" y="482362"/>
                    <a:pt x="12700" y="485775"/>
                  </a:cubicBezTo>
                  <a:cubicBezTo>
                    <a:pt x="17865" y="496104"/>
                    <a:pt x="13126" y="495726"/>
                    <a:pt x="22225" y="504825"/>
                  </a:cubicBezTo>
                  <a:cubicBezTo>
                    <a:pt x="24923" y="507523"/>
                    <a:pt x="28575" y="509058"/>
                    <a:pt x="31750" y="511175"/>
                  </a:cubicBezTo>
                  <a:cubicBezTo>
                    <a:pt x="43392" y="528638"/>
                    <a:pt x="31750" y="513821"/>
                    <a:pt x="47625" y="527050"/>
                  </a:cubicBezTo>
                  <a:cubicBezTo>
                    <a:pt x="51074" y="529925"/>
                    <a:pt x="53225" y="534394"/>
                    <a:pt x="57150" y="536575"/>
                  </a:cubicBezTo>
                  <a:cubicBezTo>
                    <a:pt x="63001" y="539826"/>
                    <a:pt x="69850" y="540808"/>
                    <a:pt x="76200" y="542925"/>
                  </a:cubicBezTo>
                  <a:lnTo>
                    <a:pt x="85725" y="546100"/>
                  </a:lnTo>
                  <a:lnTo>
                    <a:pt x="95250" y="549275"/>
                  </a:lnTo>
                  <a:cubicBezTo>
                    <a:pt x="101200" y="548878"/>
                    <a:pt x="137250" y="550500"/>
                    <a:pt x="152400" y="542925"/>
                  </a:cubicBezTo>
                  <a:cubicBezTo>
                    <a:pt x="155813" y="541218"/>
                    <a:pt x="158750" y="538692"/>
                    <a:pt x="161925" y="536575"/>
                  </a:cubicBezTo>
                  <a:cubicBezTo>
                    <a:pt x="166158" y="530225"/>
                    <a:pt x="172212" y="524765"/>
                    <a:pt x="174625" y="517525"/>
                  </a:cubicBezTo>
                  <a:cubicBezTo>
                    <a:pt x="175683" y="514350"/>
                    <a:pt x="176303" y="510993"/>
                    <a:pt x="177800" y="508000"/>
                  </a:cubicBezTo>
                  <a:cubicBezTo>
                    <a:pt x="179507" y="504587"/>
                    <a:pt x="180914" y="500497"/>
                    <a:pt x="184150" y="498475"/>
                  </a:cubicBezTo>
                  <a:cubicBezTo>
                    <a:pt x="189826" y="494927"/>
                    <a:pt x="203200" y="492125"/>
                    <a:pt x="203200" y="492125"/>
                  </a:cubicBezTo>
                  <a:lnTo>
                    <a:pt x="355600" y="495300"/>
                  </a:lnTo>
                  <a:cubicBezTo>
                    <a:pt x="358935" y="495584"/>
                    <a:pt x="354050" y="501899"/>
                    <a:pt x="352425" y="504825"/>
                  </a:cubicBezTo>
                  <a:cubicBezTo>
                    <a:pt x="348719" y="511496"/>
                    <a:pt x="343958" y="517525"/>
                    <a:pt x="339725" y="523875"/>
                  </a:cubicBezTo>
                  <a:cubicBezTo>
                    <a:pt x="337608" y="527050"/>
                    <a:pt x="334582" y="529780"/>
                    <a:pt x="333375" y="533400"/>
                  </a:cubicBezTo>
                  <a:lnTo>
                    <a:pt x="330200" y="542925"/>
                  </a:lnTo>
                  <a:cubicBezTo>
                    <a:pt x="331258" y="549275"/>
                    <a:pt x="329683" y="556701"/>
                    <a:pt x="333375" y="561975"/>
                  </a:cubicBezTo>
                  <a:cubicBezTo>
                    <a:pt x="340868" y="572679"/>
                    <a:pt x="360206" y="577269"/>
                    <a:pt x="371475" y="581025"/>
                  </a:cubicBezTo>
                  <a:lnTo>
                    <a:pt x="381000" y="584200"/>
                  </a:lnTo>
                  <a:lnTo>
                    <a:pt x="390525" y="587375"/>
                  </a:lnTo>
                  <a:cubicBezTo>
                    <a:pt x="400588" y="602469"/>
                    <a:pt x="395668" y="593280"/>
                    <a:pt x="403225" y="615950"/>
                  </a:cubicBezTo>
                  <a:cubicBezTo>
                    <a:pt x="406734" y="626476"/>
                    <a:pt x="410567" y="636786"/>
                    <a:pt x="412750" y="647700"/>
                  </a:cubicBezTo>
                  <a:cubicBezTo>
                    <a:pt x="414013" y="654013"/>
                    <a:pt x="414867" y="660400"/>
                    <a:pt x="415925" y="666750"/>
                  </a:cubicBezTo>
                  <a:cubicBezTo>
                    <a:pt x="411803" y="695601"/>
                    <a:pt x="415117" y="681875"/>
                    <a:pt x="406400" y="708025"/>
                  </a:cubicBezTo>
                  <a:cubicBezTo>
                    <a:pt x="405342" y="711200"/>
                    <a:pt x="405081" y="714765"/>
                    <a:pt x="403225" y="717550"/>
                  </a:cubicBezTo>
                  <a:cubicBezTo>
                    <a:pt x="395019" y="729860"/>
                    <a:pt x="398082" y="723455"/>
                    <a:pt x="393700" y="736600"/>
                  </a:cubicBezTo>
                  <a:cubicBezTo>
                    <a:pt x="394758" y="762000"/>
                    <a:pt x="394997" y="787447"/>
                    <a:pt x="396875" y="812800"/>
                  </a:cubicBezTo>
                  <a:cubicBezTo>
                    <a:pt x="397122" y="816138"/>
                    <a:pt x="398553" y="819332"/>
                    <a:pt x="400050" y="822325"/>
                  </a:cubicBezTo>
                  <a:cubicBezTo>
                    <a:pt x="404283" y="830792"/>
                    <a:pt x="407458" y="833967"/>
                    <a:pt x="415925" y="838200"/>
                  </a:cubicBezTo>
                  <a:cubicBezTo>
                    <a:pt x="418918" y="839697"/>
                    <a:pt x="422457" y="839878"/>
                    <a:pt x="425450" y="841375"/>
                  </a:cubicBezTo>
                  <a:cubicBezTo>
                    <a:pt x="428863" y="843082"/>
                    <a:pt x="431488" y="846175"/>
                    <a:pt x="434975" y="847725"/>
                  </a:cubicBezTo>
                  <a:cubicBezTo>
                    <a:pt x="441092" y="850443"/>
                    <a:pt x="447675" y="851958"/>
                    <a:pt x="454025" y="854075"/>
                  </a:cubicBezTo>
                  <a:cubicBezTo>
                    <a:pt x="468670" y="858957"/>
                    <a:pt x="460268" y="856594"/>
                    <a:pt x="479425" y="860425"/>
                  </a:cubicBezTo>
                  <a:cubicBezTo>
                    <a:pt x="506942" y="859367"/>
                    <a:pt x="534558" y="859820"/>
                    <a:pt x="561975" y="857250"/>
                  </a:cubicBezTo>
                  <a:cubicBezTo>
                    <a:pt x="568639" y="856625"/>
                    <a:pt x="575456" y="854613"/>
                    <a:pt x="581025" y="850900"/>
                  </a:cubicBezTo>
                  <a:lnTo>
                    <a:pt x="600075" y="838200"/>
                  </a:lnTo>
                  <a:cubicBezTo>
                    <a:pt x="622766" y="804163"/>
                    <a:pt x="587429" y="855820"/>
                    <a:pt x="615950" y="819150"/>
                  </a:cubicBezTo>
                  <a:cubicBezTo>
                    <a:pt x="620635" y="813126"/>
                    <a:pt x="628650" y="800100"/>
                    <a:pt x="628650" y="800100"/>
                  </a:cubicBezTo>
                  <a:cubicBezTo>
                    <a:pt x="627592" y="781050"/>
                    <a:pt x="627842" y="761882"/>
                    <a:pt x="625475" y="742950"/>
                  </a:cubicBezTo>
                  <a:cubicBezTo>
                    <a:pt x="622745" y="721107"/>
                    <a:pt x="620086" y="728998"/>
                    <a:pt x="612775" y="714375"/>
                  </a:cubicBezTo>
                  <a:cubicBezTo>
                    <a:pt x="611278" y="711382"/>
                    <a:pt x="611097" y="707843"/>
                    <a:pt x="609600" y="704850"/>
                  </a:cubicBezTo>
                  <a:cubicBezTo>
                    <a:pt x="607893" y="701437"/>
                    <a:pt x="604957" y="698738"/>
                    <a:pt x="603250" y="695325"/>
                  </a:cubicBezTo>
                  <a:cubicBezTo>
                    <a:pt x="601753" y="692332"/>
                    <a:pt x="601700" y="688726"/>
                    <a:pt x="600075" y="685800"/>
                  </a:cubicBezTo>
                  <a:cubicBezTo>
                    <a:pt x="579559" y="648871"/>
                    <a:pt x="593387" y="684786"/>
                    <a:pt x="581025" y="647700"/>
                  </a:cubicBezTo>
                  <a:lnTo>
                    <a:pt x="577850" y="638175"/>
                  </a:lnTo>
                  <a:lnTo>
                    <a:pt x="574675" y="628650"/>
                  </a:lnTo>
                  <a:cubicBezTo>
                    <a:pt x="573617" y="619125"/>
                    <a:pt x="572620" y="609593"/>
                    <a:pt x="571500" y="600075"/>
                  </a:cubicBezTo>
                  <a:cubicBezTo>
                    <a:pt x="570503" y="591601"/>
                    <a:pt x="568325" y="583208"/>
                    <a:pt x="568325" y="574675"/>
                  </a:cubicBezTo>
                  <a:cubicBezTo>
                    <a:pt x="568325" y="554539"/>
                    <a:pt x="569101" y="534343"/>
                    <a:pt x="571500" y="514350"/>
                  </a:cubicBezTo>
                  <a:cubicBezTo>
                    <a:pt x="571825" y="511645"/>
                    <a:pt x="578260" y="489487"/>
                    <a:pt x="584200" y="485775"/>
                  </a:cubicBezTo>
                  <a:cubicBezTo>
                    <a:pt x="589876" y="482227"/>
                    <a:pt x="603250" y="479425"/>
                    <a:pt x="603250" y="479425"/>
                  </a:cubicBezTo>
                  <a:cubicBezTo>
                    <a:pt x="611717" y="480483"/>
                    <a:pt x="620234" y="481197"/>
                    <a:pt x="628650" y="482600"/>
                  </a:cubicBezTo>
                  <a:cubicBezTo>
                    <a:pt x="658831" y="487630"/>
                    <a:pt x="621928" y="484244"/>
                    <a:pt x="657225" y="488950"/>
                  </a:cubicBezTo>
                  <a:cubicBezTo>
                    <a:pt x="671419" y="490843"/>
                    <a:pt x="692986" y="491540"/>
                    <a:pt x="708025" y="495300"/>
                  </a:cubicBezTo>
                  <a:cubicBezTo>
                    <a:pt x="714519" y="496923"/>
                    <a:pt x="721506" y="497937"/>
                    <a:pt x="727075" y="501650"/>
                  </a:cubicBezTo>
                  <a:cubicBezTo>
                    <a:pt x="730250" y="503767"/>
                    <a:pt x="732919" y="506996"/>
                    <a:pt x="736600" y="508000"/>
                  </a:cubicBezTo>
                  <a:cubicBezTo>
                    <a:pt x="744832" y="510245"/>
                    <a:pt x="753553" y="509968"/>
                    <a:pt x="762000" y="511175"/>
                  </a:cubicBezTo>
                  <a:cubicBezTo>
                    <a:pt x="768373" y="512085"/>
                    <a:pt x="774737" y="513087"/>
                    <a:pt x="781050" y="514350"/>
                  </a:cubicBezTo>
                  <a:cubicBezTo>
                    <a:pt x="806246" y="519389"/>
                    <a:pt x="780403" y="515776"/>
                    <a:pt x="812800" y="523875"/>
                  </a:cubicBezTo>
                  <a:lnTo>
                    <a:pt x="825500" y="527050"/>
                  </a:lnTo>
                  <a:cubicBezTo>
                    <a:pt x="924265" y="523644"/>
                    <a:pt x="888441" y="533586"/>
                    <a:pt x="936625" y="517525"/>
                  </a:cubicBezTo>
                  <a:cubicBezTo>
                    <a:pt x="939800" y="516467"/>
                    <a:pt x="943365" y="516206"/>
                    <a:pt x="946150" y="514350"/>
                  </a:cubicBezTo>
                  <a:lnTo>
                    <a:pt x="955675" y="508000"/>
                  </a:lnTo>
                  <a:cubicBezTo>
                    <a:pt x="957792" y="504825"/>
                    <a:pt x="960318" y="501888"/>
                    <a:pt x="962025" y="498475"/>
                  </a:cubicBezTo>
                  <a:cubicBezTo>
                    <a:pt x="963522" y="495482"/>
                    <a:pt x="963575" y="491876"/>
                    <a:pt x="965200" y="488950"/>
                  </a:cubicBezTo>
                  <a:cubicBezTo>
                    <a:pt x="968906" y="482279"/>
                    <a:pt x="973667" y="476250"/>
                    <a:pt x="977900" y="469900"/>
                  </a:cubicBezTo>
                  <a:cubicBezTo>
                    <a:pt x="980017" y="466725"/>
                    <a:pt x="983043" y="463995"/>
                    <a:pt x="984250" y="460375"/>
                  </a:cubicBezTo>
                  <a:lnTo>
                    <a:pt x="987425" y="450850"/>
                  </a:lnTo>
                  <a:cubicBezTo>
                    <a:pt x="986367" y="430742"/>
                    <a:pt x="986649" y="410518"/>
                    <a:pt x="984250" y="390525"/>
                  </a:cubicBezTo>
                  <a:cubicBezTo>
                    <a:pt x="983453" y="383879"/>
                    <a:pt x="980017" y="377825"/>
                    <a:pt x="977900" y="371475"/>
                  </a:cubicBezTo>
                  <a:lnTo>
                    <a:pt x="974725" y="361950"/>
                  </a:lnTo>
                  <a:cubicBezTo>
                    <a:pt x="972460" y="355156"/>
                    <a:pt x="970993" y="347969"/>
                    <a:pt x="965200" y="342900"/>
                  </a:cubicBezTo>
                  <a:cubicBezTo>
                    <a:pt x="959457" y="337874"/>
                    <a:pt x="952500" y="334433"/>
                    <a:pt x="946150" y="330200"/>
                  </a:cubicBezTo>
                  <a:lnTo>
                    <a:pt x="936625" y="323850"/>
                  </a:lnTo>
                  <a:lnTo>
                    <a:pt x="927100" y="317500"/>
                  </a:lnTo>
                  <a:cubicBezTo>
                    <a:pt x="923925" y="315383"/>
                    <a:pt x="921195" y="312357"/>
                    <a:pt x="917575" y="311150"/>
                  </a:cubicBezTo>
                  <a:lnTo>
                    <a:pt x="908050" y="307975"/>
                  </a:lnTo>
                  <a:cubicBezTo>
                    <a:pt x="894292" y="309033"/>
                    <a:pt x="880467" y="309438"/>
                    <a:pt x="866775" y="311150"/>
                  </a:cubicBezTo>
                  <a:cubicBezTo>
                    <a:pt x="863454" y="311565"/>
                    <a:pt x="859863" y="312234"/>
                    <a:pt x="857250" y="314325"/>
                  </a:cubicBezTo>
                  <a:cubicBezTo>
                    <a:pt x="854270" y="316709"/>
                    <a:pt x="853598" y="321152"/>
                    <a:pt x="850900" y="323850"/>
                  </a:cubicBezTo>
                  <a:cubicBezTo>
                    <a:pt x="848202" y="326548"/>
                    <a:pt x="844550" y="328083"/>
                    <a:pt x="841375" y="330200"/>
                  </a:cubicBezTo>
                  <a:cubicBezTo>
                    <a:pt x="836329" y="337769"/>
                    <a:pt x="828103" y="352806"/>
                    <a:pt x="819150" y="358775"/>
                  </a:cubicBezTo>
                  <a:cubicBezTo>
                    <a:pt x="816365" y="360631"/>
                    <a:pt x="812800" y="360892"/>
                    <a:pt x="809625" y="361950"/>
                  </a:cubicBezTo>
                  <a:cubicBezTo>
                    <a:pt x="769408" y="360892"/>
                    <a:pt x="729144" y="361007"/>
                    <a:pt x="688975" y="358775"/>
                  </a:cubicBezTo>
                  <a:cubicBezTo>
                    <a:pt x="671936" y="357828"/>
                    <a:pt x="638175" y="352425"/>
                    <a:pt x="638175" y="352425"/>
                  </a:cubicBezTo>
                  <a:lnTo>
                    <a:pt x="619125" y="346075"/>
                  </a:lnTo>
                  <a:cubicBezTo>
                    <a:pt x="615950" y="345017"/>
                    <a:pt x="612385" y="344756"/>
                    <a:pt x="609600" y="342900"/>
                  </a:cubicBezTo>
                  <a:lnTo>
                    <a:pt x="590550" y="330200"/>
                  </a:lnTo>
                  <a:cubicBezTo>
                    <a:pt x="586317" y="323850"/>
                    <a:pt x="580263" y="318390"/>
                    <a:pt x="577850" y="311150"/>
                  </a:cubicBezTo>
                  <a:lnTo>
                    <a:pt x="561975" y="263525"/>
                  </a:lnTo>
                  <a:lnTo>
                    <a:pt x="558800" y="254000"/>
                  </a:lnTo>
                  <a:cubicBezTo>
                    <a:pt x="557742" y="250825"/>
                    <a:pt x="556437" y="247722"/>
                    <a:pt x="555625" y="244475"/>
                  </a:cubicBezTo>
                  <a:lnTo>
                    <a:pt x="546100" y="206375"/>
                  </a:lnTo>
                  <a:cubicBezTo>
                    <a:pt x="543625" y="196476"/>
                    <a:pt x="540306" y="184634"/>
                    <a:pt x="539750" y="174625"/>
                  </a:cubicBezTo>
                  <a:cubicBezTo>
                    <a:pt x="539046" y="161945"/>
                    <a:pt x="539750" y="149225"/>
                    <a:pt x="539750" y="136525"/>
                  </a:cubicBezTo>
                </a:path>
              </a:pathLst>
            </a:custGeom>
            <a:noFill/>
            <a:ln w="28575">
              <a:solidFill>
                <a:srgbClr val="F592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55BD95F-9402-4B4B-3F03-FCFB80A7993D}"/>
              </a:ext>
            </a:extLst>
          </p:cNvPr>
          <p:cNvGrpSpPr/>
          <p:nvPr/>
        </p:nvGrpSpPr>
        <p:grpSpPr>
          <a:xfrm>
            <a:off x="1547066" y="570034"/>
            <a:ext cx="558799" cy="685746"/>
            <a:chOff x="1574377" y="694256"/>
            <a:chExt cx="558799" cy="685746"/>
          </a:xfrm>
        </p:grpSpPr>
        <p:sp>
          <p:nvSpPr>
            <p:cNvPr id="34" name="Shape 130">
              <a:extLst>
                <a:ext uri="{FF2B5EF4-FFF2-40B4-BE49-F238E27FC236}">
                  <a16:creationId xmlns:a16="http://schemas.microsoft.com/office/drawing/2014/main" id="{FE41FBC2-358C-BBF3-3BE9-02670A7918C4}"/>
                </a:ext>
              </a:extLst>
            </p:cNvPr>
            <p:cNvSpPr/>
            <p:nvPr/>
          </p:nvSpPr>
          <p:spPr>
            <a:xfrm>
              <a:off x="1746528" y="694256"/>
              <a:ext cx="131037" cy="137071"/>
            </a:xfrm>
            <a:prstGeom prst="ellipse">
              <a:avLst/>
            </a:prstGeom>
            <a:solidFill>
              <a:srgbClr val="0070C0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AD97BB4A-0743-65A9-0103-96EBF24E2D00}"/>
                </a:ext>
              </a:extLst>
            </p:cNvPr>
            <p:cNvSpPr/>
            <p:nvPr/>
          </p:nvSpPr>
          <p:spPr>
            <a:xfrm>
              <a:off x="1574377" y="831835"/>
              <a:ext cx="558799" cy="548167"/>
            </a:xfrm>
            <a:custGeom>
              <a:avLst/>
              <a:gdLst>
                <a:gd name="csX0" fmla="*/ 419100 w 987425"/>
                <a:gd name="csY0" fmla="*/ 0 h 860425"/>
                <a:gd name="csX1" fmla="*/ 422275 w 987425"/>
                <a:gd name="csY1" fmla="*/ 117475 h 860425"/>
                <a:gd name="csX2" fmla="*/ 431800 w 987425"/>
                <a:gd name="csY2" fmla="*/ 177800 h 860425"/>
                <a:gd name="csX3" fmla="*/ 428625 w 987425"/>
                <a:gd name="csY3" fmla="*/ 317500 h 860425"/>
                <a:gd name="csX4" fmla="*/ 422275 w 987425"/>
                <a:gd name="csY4" fmla="*/ 336550 h 860425"/>
                <a:gd name="csX5" fmla="*/ 403225 w 987425"/>
                <a:gd name="csY5" fmla="*/ 352425 h 860425"/>
                <a:gd name="csX6" fmla="*/ 393700 w 987425"/>
                <a:gd name="csY6" fmla="*/ 361950 h 860425"/>
                <a:gd name="csX7" fmla="*/ 384175 w 987425"/>
                <a:gd name="csY7" fmla="*/ 365125 h 860425"/>
                <a:gd name="csX8" fmla="*/ 374650 w 987425"/>
                <a:gd name="csY8" fmla="*/ 371475 h 860425"/>
                <a:gd name="csX9" fmla="*/ 355600 w 987425"/>
                <a:gd name="csY9" fmla="*/ 377825 h 860425"/>
                <a:gd name="csX10" fmla="*/ 292100 w 987425"/>
                <a:gd name="csY10" fmla="*/ 374650 h 860425"/>
                <a:gd name="csX11" fmla="*/ 273050 w 987425"/>
                <a:gd name="csY11" fmla="*/ 368300 h 860425"/>
                <a:gd name="csX12" fmla="*/ 254000 w 987425"/>
                <a:gd name="csY12" fmla="*/ 365125 h 860425"/>
                <a:gd name="csX13" fmla="*/ 222250 w 987425"/>
                <a:gd name="csY13" fmla="*/ 355600 h 860425"/>
                <a:gd name="csX14" fmla="*/ 203200 w 987425"/>
                <a:gd name="csY14" fmla="*/ 349250 h 860425"/>
                <a:gd name="csX15" fmla="*/ 193675 w 987425"/>
                <a:gd name="csY15" fmla="*/ 346075 h 860425"/>
                <a:gd name="csX16" fmla="*/ 184150 w 987425"/>
                <a:gd name="csY16" fmla="*/ 339725 h 860425"/>
                <a:gd name="csX17" fmla="*/ 165100 w 987425"/>
                <a:gd name="csY17" fmla="*/ 333375 h 860425"/>
                <a:gd name="csX18" fmla="*/ 155575 w 987425"/>
                <a:gd name="csY18" fmla="*/ 327025 h 860425"/>
                <a:gd name="csX19" fmla="*/ 136525 w 987425"/>
                <a:gd name="csY19" fmla="*/ 320675 h 860425"/>
                <a:gd name="csX20" fmla="*/ 107950 w 987425"/>
                <a:gd name="csY20" fmla="*/ 314325 h 860425"/>
                <a:gd name="csX21" fmla="*/ 79375 w 987425"/>
                <a:gd name="csY21" fmla="*/ 317500 h 860425"/>
                <a:gd name="csX22" fmla="*/ 50800 w 987425"/>
                <a:gd name="csY22" fmla="*/ 330200 h 860425"/>
                <a:gd name="csX23" fmla="*/ 31750 w 987425"/>
                <a:gd name="csY23" fmla="*/ 339725 h 860425"/>
                <a:gd name="csX24" fmla="*/ 25400 w 987425"/>
                <a:gd name="csY24" fmla="*/ 349250 h 860425"/>
                <a:gd name="csX25" fmla="*/ 9525 w 987425"/>
                <a:gd name="csY25" fmla="*/ 365125 h 860425"/>
                <a:gd name="csX26" fmla="*/ 3175 w 987425"/>
                <a:gd name="csY26" fmla="*/ 384175 h 860425"/>
                <a:gd name="csX27" fmla="*/ 0 w 987425"/>
                <a:gd name="csY27" fmla="*/ 393700 h 860425"/>
                <a:gd name="csX28" fmla="*/ 3175 w 987425"/>
                <a:gd name="csY28" fmla="*/ 466725 h 860425"/>
                <a:gd name="csX29" fmla="*/ 6350 w 987425"/>
                <a:gd name="csY29" fmla="*/ 476250 h 860425"/>
                <a:gd name="csX30" fmla="*/ 12700 w 987425"/>
                <a:gd name="csY30" fmla="*/ 485775 h 860425"/>
                <a:gd name="csX31" fmla="*/ 22225 w 987425"/>
                <a:gd name="csY31" fmla="*/ 504825 h 860425"/>
                <a:gd name="csX32" fmla="*/ 31750 w 987425"/>
                <a:gd name="csY32" fmla="*/ 511175 h 860425"/>
                <a:gd name="csX33" fmla="*/ 47625 w 987425"/>
                <a:gd name="csY33" fmla="*/ 527050 h 860425"/>
                <a:gd name="csX34" fmla="*/ 57150 w 987425"/>
                <a:gd name="csY34" fmla="*/ 536575 h 860425"/>
                <a:gd name="csX35" fmla="*/ 76200 w 987425"/>
                <a:gd name="csY35" fmla="*/ 542925 h 860425"/>
                <a:gd name="csX36" fmla="*/ 85725 w 987425"/>
                <a:gd name="csY36" fmla="*/ 546100 h 860425"/>
                <a:gd name="csX37" fmla="*/ 95250 w 987425"/>
                <a:gd name="csY37" fmla="*/ 549275 h 860425"/>
                <a:gd name="csX38" fmla="*/ 152400 w 987425"/>
                <a:gd name="csY38" fmla="*/ 542925 h 860425"/>
                <a:gd name="csX39" fmla="*/ 161925 w 987425"/>
                <a:gd name="csY39" fmla="*/ 536575 h 860425"/>
                <a:gd name="csX40" fmla="*/ 174625 w 987425"/>
                <a:gd name="csY40" fmla="*/ 517525 h 860425"/>
                <a:gd name="csX41" fmla="*/ 177800 w 987425"/>
                <a:gd name="csY41" fmla="*/ 508000 h 860425"/>
                <a:gd name="csX42" fmla="*/ 184150 w 987425"/>
                <a:gd name="csY42" fmla="*/ 498475 h 860425"/>
                <a:gd name="csX43" fmla="*/ 203200 w 987425"/>
                <a:gd name="csY43" fmla="*/ 492125 h 860425"/>
                <a:gd name="csX44" fmla="*/ 355600 w 987425"/>
                <a:gd name="csY44" fmla="*/ 495300 h 860425"/>
                <a:gd name="csX45" fmla="*/ 352425 w 987425"/>
                <a:gd name="csY45" fmla="*/ 504825 h 860425"/>
                <a:gd name="csX46" fmla="*/ 339725 w 987425"/>
                <a:gd name="csY46" fmla="*/ 523875 h 860425"/>
                <a:gd name="csX47" fmla="*/ 333375 w 987425"/>
                <a:gd name="csY47" fmla="*/ 533400 h 860425"/>
                <a:gd name="csX48" fmla="*/ 330200 w 987425"/>
                <a:gd name="csY48" fmla="*/ 542925 h 860425"/>
                <a:gd name="csX49" fmla="*/ 333375 w 987425"/>
                <a:gd name="csY49" fmla="*/ 561975 h 860425"/>
                <a:gd name="csX50" fmla="*/ 371475 w 987425"/>
                <a:gd name="csY50" fmla="*/ 581025 h 860425"/>
                <a:gd name="csX51" fmla="*/ 381000 w 987425"/>
                <a:gd name="csY51" fmla="*/ 584200 h 860425"/>
                <a:gd name="csX52" fmla="*/ 390525 w 987425"/>
                <a:gd name="csY52" fmla="*/ 587375 h 860425"/>
                <a:gd name="csX53" fmla="*/ 403225 w 987425"/>
                <a:gd name="csY53" fmla="*/ 615950 h 860425"/>
                <a:gd name="csX54" fmla="*/ 412750 w 987425"/>
                <a:gd name="csY54" fmla="*/ 647700 h 860425"/>
                <a:gd name="csX55" fmla="*/ 415925 w 987425"/>
                <a:gd name="csY55" fmla="*/ 666750 h 860425"/>
                <a:gd name="csX56" fmla="*/ 406400 w 987425"/>
                <a:gd name="csY56" fmla="*/ 708025 h 860425"/>
                <a:gd name="csX57" fmla="*/ 403225 w 987425"/>
                <a:gd name="csY57" fmla="*/ 717550 h 860425"/>
                <a:gd name="csX58" fmla="*/ 393700 w 987425"/>
                <a:gd name="csY58" fmla="*/ 736600 h 860425"/>
                <a:gd name="csX59" fmla="*/ 396875 w 987425"/>
                <a:gd name="csY59" fmla="*/ 812800 h 860425"/>
                <a:gd name="csX60" fmla="*/ 400050 w 987425"/>
                <a:gd name="csY60" fmla="*/ 822325 h 860425"/>
                <a:gd name="csX61" fmla="*/ 415925 w 987425"/>
                <a:gd name="csY61" fmla="*/ 838200 h 860425"/>
                <a:gd name="csX62" fmla="*/ 425450 w 987425"/>
                <a:gd name="csY62" fmla="*/ 841375 h 860425"/>
                <a:gd name="csX63" fmla="*/ 434975 w 987425"/>
                <a:gd name="csY63" fmla="*/ 847725 h 860425"/>
                <a:gd name="csX64" fmla="*/ 454025 w 987425"/>
                <a:gd name="csY64" fmla="*/ 854075 h 860425"/>
                <a:gd name="csX65" fmla="*/ 479425 w 987425"/>
                <a:gd name="csY65" fmla="*/ 860425 h 860425"/>
                <a:gd name="csX66" fmla="*/ 561975 w 987425"/>
                <a:gd name="csY66" fmla="*/ 857250 h 860425"/>
                <a:gd name="csX67" fmla="*/ 581025 w 987425"/>
                <a:gd name="csY67" fmla="*/ 850900 h 860425"/>
                <a:gd name="csX68" fmla="*/ 600075 w 987425"/>
                <a:gd name="csY68" fmla="*/ 838200 h 860425"/>
                <a:gd name="csX69" fmla="*/ 615950 w 987425"/>
                <a:gd name="csY69" fmla="*/ 819150 h 860425"/>
                <a:gd name="csX70" fmla="*/ 628650 w 987425"/>
                <a:gd name="csY70" fmla="*/ 800100 h 860425"/>
                <a:gd name="csX71" fmla="*/ 625475 w 987425"/>
                <a:gd name="csY71" fmla="*/ 742950 h 860425"/>
                <a:gd name="csX72" fmla="*/ 612775 w 987425"/>
                <a:gd name="csY72" fmla="*/ 714375 h 860425"/>
                <a:gd name="csX73" fmla="*/ 609600 w 987425"/>
                <a:gd name="csY73" fmla="*/ 704850 h 860425"/>
                <a:gd name="csX74" fmla="*/ 603250 w 987425"/>
                <a:gd name="csY74" fmla="*/ 695325 h 860425"/>
                <a:gd name="csX75" fmla="*/ 600075 w 987425"/>
                <a:gd name="csY75" fmla="*/ 685800 h 860425"/>
                <a:gd name="csX76" fmla="*/ 581025 w 987425"/>
                <a:gd name="csY76" fmla="*/ 647700 h 860425"/>
                <a:gd name="csX77" fmla="*/ 577850 w 987425"/>
                <a:gd name="csY77" fmla="*/ 638175 h 860425"/>
                <a:gd name="csX78" fmla="*/ 574675 w 987425"/>
                <a:gd name="csY78" fmla="*/ 628650 h 860425"/>
                <a:gd name="csX79" fmla="*/ 571500 w 987425"/>
                <a:gd name="csY79" fmla="*/ 600075 h 860425"/>
                <a:gd name="csX80" fmla="*/ 568325 w 987425"/>
                <a:gd name="csY80" fmla="*/ 574675 h 860425"/>
                <a:gd name="csX81" fmla="*/ 571500 w 987425"/>
                <a:gd name="csY81" fmla="*/ 514350 h 860425"/>
                <a:gd name="csX82" fmla="*/ 584200 w 987425"/>
                <a:gd name="csY82" fmla="*/ 485775 h 860425"/>
                <a:gd name="csX83" fmla="*/ 603250 w 987425"/>
                <a:gd name="csY83" fmla="*/ 479425 h 860425"/>
                <a:gd name="csX84" fmla="*/ 628650 w 987425"/>
                <a:gd name="csY84" fmla="*/ 482600 h 860425"/>
                <a:gd name="csX85" fmla="*/ 657225 w 987425"/>
                <a:gd name="csY85" fmla="*/ 488950 h 860425"/>
                <a:gd name="csX86" fmla="*/ 708025 w 987425"/>
                <a:gd name="csY86" fmla="*/ 495300 h 860425"/>
                <a:gd name="csX87" fmla="*/ 727075 w 987425"/>
                <a:gd name="csY87" fmla="*/ 501650 h 860425"/>
                <a:gd name="csX88" fmla="*/ 736600 w 987425"/>
                <a:gd name="csY88" fmla="*/ 508000 h 860425"/>
                <a:gd name="csX89" fmla="*/ 762000 w 987425"/>
                <a:gd name="csY89" fmla="*/ 511175 h 860425"/>
                <a:gd name="csX90" fmla="*/ 781050 w 987425"/>
                <a:gd name="csY90" fmla="*/ 514350 h 860425"/>
                <a:gd name="csX91" fmla="*/ 812800 w 987425"/>
                <a:gd name="csY91" fmla="*/ 523875 h 860425"/>
                <a:gd name="csX92" fmla="*/ 825500 w 987425"/>
                <a:gd name="csY92" fmla="*/ 527050 h 860425"/>
                <a:gd name="csX93" fmla="*/ 936625 w 987425"/>
                <a:gd name="csY93" fmla="*/ 517525 h 860425"/>
                <a:gd name="csX94" fmla="*/ 946150 w 987425"/>
                <a:gd name="csY94" fmla="*/ 514350 h 860425"/>
                <a:gd name="csX95" fmla="*/ 955675 w 987425"/>
                <a:gd name="csY95" fmla="*/ 508000 h 860425"/>
                <a:gd name="csX96" fmla="*/ 962025 w 987425"/>
                <a:gd name="csY96" fmla="*/ 498475 h 860425"/>
                <a:gd name="csX97" fmla="*/ 965200 w 987425"/>
                <a:gd name="csY97" fmla="*/ 488950 h 860425"/>
                <a:gd name="csX98" fmla="*/ 977900 w 987425"/>
                <a:gd name="csY98" fmla="*/ 469900 h 860425"/>
                <a:gd name="csX99" fmla="*/ 984250 w 987425"/>
                <a:gd name="csY99" fmla="*/ 460375 h 860425"/>
                <a:gd name="csX100" fmla="*/ 987425 w 987425"/>
                <a:gd name="csY100" fmla="*/ 450850 h 860425"/>
                <a:gd name="csX101" fmla="*/ 984250 w 987425"/>
                <a:gd name="csY101" fmla="*/ 390525 h 860425"/>
                <a:gd name="csX102" fmla="*/ 977900 w 987425"/>
                <a:gd name="csY102" fmla="*/ 371475 h 860425"/>
                <a:gd name="csX103" fmla="*/ 974725 w 987425"/>
                <a:gd name="csY103" fmla="*/ 361950 h 860425"/>
                <a:gd name="csX104" fmla="*/ 965200 w 987425"/>
                <a:gd name="csY104" fmla="*/ 342900 h 860425"/>
                <a:gd name="csX105" fmla="*/ 946150 w 987425"/>
                <a:gd name="csY105" fmla="*/ 330200 h 860425"/>
                <a:gd name="csX106" fmla="*/ 936625 w 987425"/>
                <a:gd name="csY106" fmla="*/ 323850 h 860425"/>
                <a:gd name="csX107" fmla="*/ 927100 w 987425"/>
                <a:gd name="csY107" fmla="*/ 317500 h 860425"/>
                <a:gd name="csX108" fmla="*/ 917575 w 987425"/>
                <a:gd name="csY108" fmla="*/ 311150 h 860425"/>
                <a:gd name="csX109" fmla="*/ 908050 w 987425"/>
                <a:gd name="csY109" fmla="*/ 307975 h 860425"/>
                <a:gd name="csX110" fmla="*/ 866775 w 987425"/>
                <a:gd name="csY110" fmla="*/ 311150 h 860425"/>
                <a:gd name="csX111" fmla="*/ 857250 w 987425"/>
                <a:gd name="csY111" fmla="*/ 314325 h 860425"/>
                <a:gd name="csX112" fmla="*/ 850900 w 987425"/>
                <a:gd name="csY112" fmla="*/ 323850 h 860425"/>
                <a:gd name="csX113" fmla="*/ 841375 w 987425"/>
                <a:gd name="csY113" fmla="*/ 330200 h 860425"/>
                <a:gd name="csX114" fmla="*/ 819150 w 987425"/>
                <a:gd name="csY114" fmla="*/ 358775 h 860425"/>
                <a:gd name="csX115" fmla="*/ 809625 w 987425"/>
                <a:gd name="csY115" fmla="*/ 361950 h 860425"/>
                <a:gd name="csX116" fmla="*/ 688975 w 987425"/>
                <a:gd name="csY116" fmla="*/ 358775 h 860425"/>
                <a:gd name="csX117" fmla="*/ 638175 w 987425"/>
                <a:gd name="csY117" fmla="*/ 352425 h 860425"/>
                <a:gd name="csX118" fmla="*/ 619125 w 987425"/>
                <a:gd name="csY118" fmla="*/ 346075 h 860425"/>
                <a:gd name="csX119" fmla="*/ 609600 w 987425"/>
                <a:gd name="csY119" fmla="*/ 342900 h 860425"/>
                <a:gd name="csX120" fmla="*/ 590550 w 987425"/>
                <a:gd name="csY120" fmla="*/ 330200 h 860425"/>
                <a:gd name="csX121" fmla="*/ 577850 w 987425"/>
                <a:gd name="csY121" fmla="*/ 311150 h 860425"/>
                <a:gd name="csX122" fmla="*/ 561975 w 987425"/>
                <a:gd name="csY122" fmla="*/ 263525 h 860425"/>
                <a:gd name="csX123" fmla="*/ 558800 w 987425"/>
                <a:gd name="csY123" fmla="*/ 254000 h 860425"/>
                <a:gd name="csX124" fmla="*/ 555625 w 987425"/>
                <a:gd name="csY124" fmla="*/ 244475 h 860425"/>
                <a:gd name="csX125" fmla="*/ 546100 w 987425"/>
                <a:gd name="csY125" fmla="*/ 206375 h 860425"/>
                <a:gd name="csX126" fmla="*/ 539750 w 987425"/>
                <a:gd name="csY126" fmla="*/ 174625 h 860425"/>
                <a:gd name="csX127" fmla="*/ 539750 w 987425"/>
                <a:gd name="csY127" fmla="*/ 136525 h 860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</a:cxnLst>
              <a:rect l="l" t="t" r="r" b="b"/>
              <a:pathLst>
                <a:path w="987425" h="860425">
                  <a:moveTo>
                    <a:pt x="419100" y="0"/>
                  </a:moveTo>
                  <a:cubicBezTo>
                    <a:pt x="420158" y="39158"/>
                    <a:pt x="419975" y="78370"/>
                    <a:pt x="422275" y="117475"/>
                  </a:cubicBezTo>
                  <a:cubicBezTo>
                    <a:pt x="423461" y="137629"/>
                    <a:pt x="427827" y="157935"/>
                    <a:pt x="431800" y="177800"/>
                  </a:cubicBezTo>
                  <a:cubicBezTo>
                    <a:pt x="430742" y="224367"/>
                    <a:pt x="431415" y="271005"/>
                    <a:pt x="428625" y="317500"/>
                  </a:cubicBezTo>
                  <a:cubicBezTo>
                    <a:pt x="428224" y="324181"/>
                    <a:pt x="427008" y="331817"/>
                    <a:pt x="422275" y="336550"/>
                  </a:cubicBezTo>
                  <a:cubicBezTo>
                    <a:pt x="394448" y="364377"/>
                    <a:pt x="429747" y="330323"/>
                    <a:pt x="403225" y="352425"/>
                  </a:cubicBezTo>
                  <a:cubicBezTo>
                    <a:pt x="399776" y="355300"/>
                    <a:pt x="397436" y="359459"/>
                    <a:pt x="393700" y="361950"/>
                  </a:cubicBezTo>
                  <a:cubicBezTo>
                    <a:pt x="390915" y="363806"/>
                    <a:pt x="387168" y="363628"/>
                    <a:pt x="384175" y="365125"/>
                  </a:cubicBezTo>
                  <a:cubicBezTo>
                    <a:pt x="380762" y="366832"/>
                    <a:pt x="378137" y="369925"/>
                    <a:pt x="374650" y="371475"/>
                  </a:cubicBezTo>
                  <a:cubicBezTo>
                    <a:pt x="368533" y="374193"/>
                    <a:pt x="355600" y="377825"/>
                    <a:pt x="355600" y="377825"/>
                  </a:cubicBezTo>
                  <a:cubicBezTo>
                    <a:pt x="334433" y="376767"/>
                    <a:pt x="313153" y="377079"/>
                    <a:pt x="292100" y="374650"/>
                  </a:cubicBezTo>
                  <a:cubicBezTo>
                    <a:pt x="285451" y="373883"/>
                    <a:pt x="279652" y="369400"/>
                    <a:pt x="273050" y="368300"/>
                  </a:cubicBezTo>
                  <a:cubicBezTo>
                    <a:pt x="266700" y="367242"/>
                    <a:pt x="260313" y="366388"/>
                    <a:pt x="254000" y="365125"/>
                  </a:cubicBezTo>
                  <a:cubicBezTo>
                    <a:pt x="242004" y="362726"/>
                    <a:pt x="234399" y="359650"/>
                    <a:pt x="222250" y="355600"/>
                  </a:cubicBezTo>
                  <a:lnTo>
                    <a:pt x="203200" y="349250"/>
                  </a:lnTo>
                  <a:cubicBezTo>
                    <a:pt x="200025" y="348192"/>
                    <a:pt x="196460" y="347931"/>
                    <a:pt x="193675" y="346075"/>
                  </a:cubicBezTo>
                  <a:cubicBezTo>
                    <a:pt x="190500" y="343958"/>
                    <a:pt x="187637" y="341275"/>
                    <a:pt x="184150" y="339725"/>
                  </a:cubicBezTo>
                  <a:cubicBezTo>
                    <a:pt x="178033" y="337007"/>
                    <a:pt x="170669" y="337088"/>
                    <a:pt x="165100" y="333375"/>
                  </a:cubicBezTo>
                  <a:cubicBezTo>
                    <a:pt x="161925" y="331258"/>
                    <a:pt x="159062" y="328575"/>
                    <a:pt x="155575" y="327025"/>
                  </a:cubicBezTo>
                  <a:cubicBezTo>
                    <a:pt x="149458" y="324307"/>
                    <a:pt x="142875" y="322792"/>
                    <a:pt x="136525" y="320675"/>
                  </a:cubicBezTo>
                  <a:cubicBezTo>
                    <a:pt x="120893" y="315464"/>
                    <a:pt x="130301" y="318050"/>
                    <a:pt x="107950" y="314325"/>
                  </a:cubicBezTo>
                  <a:cubicBezTo>
                    <a:pt x="98425" y="315383"/>
                    <a:pt x="88773" y="315620"/>
                    <a:pt x="79375" y="317500"/>
                  </a:cubicBezTo>
                  <a:cubicBezTo>
                    <a:pt x="52071" y="322961"/>
                    <a:pt x="68536" y="321332"/>
                    <a:pt x="50800" y="330200"/>
                  </a:cubicBezTo>
                  <a:cubicBezTo>
                    <a:pt x="24510" y="343345"/>
                    <a:pt x="59047" y="321527"/>
                    <a:pt x="31750" y="339725"/>
                  </a:cubicBezTo>
                  <a:cubicBezTo>
                    <a:pt x="29633" y="342900"/>
                    <a:pt x="28098" y="346552"/>
                    <a:pt x="25400" y="349250"/>
                  </a:cubicBezTo>
                  <a:cubicBezTo>
                    <a:pt x="14393" y="360257"/>
                    <a:pt x="16298" y="349885"/>
                    <a:pt x="9525" y="365125"/>
                  </a:cubicBezTo>
                  <a:cubicBezTo>
                    <a:pt x="6807" y="371242"/>
                    <a:pt x="5292" y="377825"/>
                    <a:pt x="3175" y="384175"/>
                  </a:cubicBezTo>
                  <a:lnTo>
                    <a:pt x="0" y="393700"/>
                  </a:lnTo>
                  <a:cubicBezTo>
                    <a:pt x="1058" y="418042"/>
                    <a:pt x="1306" y="442432"/>
                    <a:pt x="3175" y="466725"/>
                  </a:cubicBezTo>
                  <a:cubicBezTo>
                    <a:pt x="3432" y="470062"/>
                    <a:pt x="4853" y="473257"/>
                    <a:pt x="6350" y="476250"/>
                  </a:cubicBezTo>
                  <a:cubicBezTo>
                    <a:pt x="8057" y="479663"/>
                    <a:pt x="10993" y="482362"/>
                    <a:pt x="12700" y="485775"/>
                  </a:cubicBezTo>
                  <a:cubicBezTo>
                    <a:pt x="17865" y="496104"/>
                    <a:pt x="13126" y="495726"/>
                    <a:pt x="22225" y="504825"/>
                  </a:cubicBezTo>
                  <a:cubicBezTo>
                    <a:pt x="24923" y="507523"/>
                    <a:pt x="28575" y="509058"/>
                    <a:pt x="31750" y="511175"/>
                  </a:cubicBezTo>
                  <a:cubicBezTo>
                    <a:pt x="43392" y="528638"/>
                    <a:pt x="31750" y="513821"/>
                    <a:pt x="47625" y="527050"/>
                  </a:cubicBezTo>
                  <a:cubicBezTo>
                    <a:pt x="51074" y="529925"/>
                    <a:pt x="53225" y="534394"/>
                    <a:pt x="57150" y="536575"/>
                  </a:cubicBezTo>
                  <a:cubicBezTo>
                    <a:pt x="63001" y="539826"/>
                    <a:pt x="69850" y="540808"/>
                    <a:pt x="76200" y="542925"/>
                  </a:cubicBezTo>
                  <a:lnTo>
                    <a:pt x="85725" y="546100"/>
                  </a:lnTo>
                  <a:lnTo>
                    <a:pt x="95250" y="549275"/>
                  </a:lnTo>
                  <a:cubicBezTo>
                    <a:pt x="101200" y="548878"/>
                    <a:pt x="137250" y="550500"/>
                    <a:pt x="152400" y="542925"/>
                  </a:cubicBezTo>
                  <a:cubicBezTo>
                    <a:pt x="155813" y="541218"/>
                    <a:pt x="158750" y="538692"/>
                    <a:pt x="161925" y="536575"/>
                  </a:cubicBezTo>
                  <a:cubicBezTo>
                    <a:pt x="166158" y="530225"/>
                    <a:pt x="172212" y="524765"/>
                    <a:pt x="174625" y="517525"/>
                  </a:cubicBezTo>
                  <a:cubicBezTo>
                    <a:pt x="175683" y="514350"/>
                    <a:pt x="176303" y="510993"/>
                    <a:pt x="177800" y="508000"/>
                  </a:cubicBezTo>
                  <a:cubicBezTo>
                    <a:pt x="179507" y="504587"/>
                    <a:pt x="180914" y="500497"/>
                    <a:pt x="184150" y="498475"/>
                  </a:cubicBezTo>
                  <a:cubicBezTo>
                    <a:pt x="189826" y="494927"/>
                    <a:pt x="203200" y="492125"/>
                    <a:pt x="203200" y="492125"/>
                  </a:cubicBezTo>
                  <a:lnTo>
                    <a:pt x="355600" y="495300"/>
                  </a:lnTo>
                  <a:cubicBezTo>
                    <a:pt x="358935" y="495584"/>
                    <a:pt x="354050" y="501899"/>
                    <a:pt x="352425" y="504825"/>
                  </a:cubicBezTo>
                  <a:cubicBezTo>
                    <a:pt x="348719" y="511496"/>
                    <a:pt x="343958" y="517525"/>
                    <a:pt x="339725" y="523875"/>
                  </a:cubicBezTo>
                  <a:cubicBezTo>
                    <a:pt x="337608" y="527050"/>
                    <a:pt x="334582" y="529780"/>
                    <a:pt x="333375" y="533400"/>
                  </a:cubicBezTo>
                  <a:lnTo>
                    <a:pt x="330200" y="542925"/>
                  </a:lnTo>
                  <a:cubicBezTo>
                    <a:pt x="331258" y="549275"/>
                    <a:pt x="329683" y="556701"/>
                    <a:pt x="333375" y="561975"/>
                  </a:cubicBezTo>
                  <a:cubicBezTo>
                    <a:pt x="340868" y="572679"/>
                    <a:pt x="360206" y="577269"/>
                    <a:pt x="371475" y="581025"/>
                  </a:cubicBezTo>
                  <a:lnTo>
                    <a:pt x="381000" y="584200"/>
                  </a:lnTo>
                  <a:lnTo>
                    <a:pt x="390525" y="587375"/>
                  </a:lnTo>
                  <a:cubicBezTo>
                    <a:pt x="400588" y="602469"/>
                    <a:pt x="395668" y="593280"/>
                    <a:pt x="403225" y="615950"/>
                  </a:cubicBezTo>
                  <a:cubicBezTo>
                    <a:pt x="406734" y="626476"/>
                    <a:pt x="410567" y="636786"/>
                    <a:pt x="412750" y="647700"/>
                  </a:cubicBezTo>
                  <a:cubicBezTo>
                    <a:pt x="414013" y="654013"/>
                    <a:pt x="414867" y="660400"/>
                    <a:pt x="415925" y="666750"/>
                  </a:cubicBezTo>
                  <a:cubicBezTo>
                    <a:pt x="411803" y="695601"/>
                    <a:pt x="415117" y="681875"/>
                    <a:pt x="406400" y="708025"/>
                  </a:cubicBezTo>
                  <a:cubicBezTo>
                    <a:pt x="405342" y="711200"/>
                    <a:pt x="405081" y="714765"/>
                    <a:pt x="403225" y="717550"/>
                  </a:cubicBezTo>
                  <a:cubicBezTo>
                    <a:pt x="395019" y="729860"/>
                    <a:pt x="398082" y="723455"/>
                    <a:pt x="393700" y="736600"/>
                  </a:cubicBezTo>
                  <a:cubicBezTo>
                    <a:pt x="394758" y="762000"/>
                    <a:pt x="394997" y="787447"/>
                    <a:pt x="396875" y="812800"/>
                  </a:cubicBezTo>
                  <a:cubicBezTo>
                    <a:pt x="397122" y="816138"/>
                    <a:pt x="398553" y="819332"/>
                    <a:pt x="400050" y="822325"/>
                  </a:cubicBezTo>
                  <a:cubicBezTo>
                    <a:pt x="404283" y="830792"/>
                    <a:pt x="407458" y="833967"/>
                    <a:pt x="415925" y="838200"/>
                  </a:cubicBezTo>
                  <a:cubicBezTo>
                    <a:pt x="418918" y="839697"/>
                    <a:pt x="422457" y="839878"/>
                    <a:pt x="425450" y="841375"/>
                  </a:cubicBezTo>
                  <a:cubicBezTo>
                    <a:pt x="428863" y="843082"/>
                    <a:pt x="431488" y="846175"/>
                    <a:pt x="434975" y="847725"/>
                  </a:cubicBezTo>
                  <a:cubicBezTo>
                    <a:pt x="441092" y="850443"/>
                    <a:pt x="447675" y="851958"/>
                    <a:pt x="454025" y="854075"/>
                  </a:cubicBezTo>
                  <a:cubicBezTo>
                    <a:pt x="468670" y="858957"/>
                    <a:pt x="460268" y="856594"/>
                    <a:pt x="479425" y="860425"/>
                  </a:cubicBezTo>
                  <a:cubicBezTo>
                    <a:pt x="506942" y="859367"/>
                    <a:pt x="534558" y="859820"/>
                    <a:pt x="561975" y="857250"/>
                  </a:cubicBezTo>
                  <a:cubicBezTo>
                    <a:pt x="568639" y="856625"/>
                    <a:pt x="575456" y="854613"/>
                    <a:pt x="581025" y="850900"/>
                  </a:cubicBezTo>
                  <a:lnTo>
                    <a:pt x="600075" y="838200"/>
                  </a:lnTo>
                  <a:cubicBezTo>
                    <a:pt x="622766" y="804163"/>
                    <a:pt x="587429" y="855820"/>
                    <a:pt x="615950" y="819150"/>
                  </a:cubicBezTo>
                  <a:cubicBezTo>
                    <a:pt x="620635" y="813126"/>
                    <a:pt x="628650" y="800100"/>
                    <a:pt x="628650" y="800100"/>
                  </a:cubicBezTo>
                  <a:cubicBezTo>
                    <a:pt x="627592" y="781050"/>
                    <a:pt x="627842" y="761882"/>
                    <a:pt x="625475" y="742950"/>
                  </a:cubicBezTo>
                  <a:cubicBezTo>
                    <a:pt x="622745" y="721107"/>
                    <a:pt x="620086" y="728998"/>
                    <a:pt x="612775" y="714375"/>
                  </a:cubicBezTo>
                  <a:cubicBezTo>
                    <a:pt x="611278" y="711382"/>
                    <a:pt x="611097" y="707843"/>
                    <a:pt x="609600" y="704850"/>
                  </a:cubicBezTo>
                  <a:cubicBezTo>
                    <a:pt x="607893" y="701437"/>
                    <a:pt x="604957" y="698738"/>
                    <a:pt x="603250" y="695325"/>
                  </a:cubicBezTo>
                  <a:cubicBezTo>
                    <a:pt x="601753" y="692332"/>
                    <a:pt x="601700" y="688726"/>
                    <a:pt x="600075" y="685800"/>
                  </a:cubicBezTo>
                  <a:cubicBezTo>
                    <a:pt x="579559" y="648871"/>
                    <a:pt x="593387" y="684786"/>
                    <a:pt x="581025" y="647700"/>
                  </a:cubicBezTo>
                  <a:lnTo>
                    <a:pt x="577850" y="638175"/>
                  </a:lnTo>
                  <a:lnTo>
                    <a:pt x="574675" y="628650"/>
                  </a:lnTo>
                  <a:cubicBezTo>
                    <a:pt x="573617" y="619125"/>
                    <a:pt x="572620" y="609593"/>
                    <a:pt x="571500" y="600075"/>
                  </a:cubicBezTo>
                  <a:cubicBezTo>
                    <a:pt x="570503" y="591601"/>
                    <a:pt x="568325" y="583208"/>
                    <a:pt x="568325" y="574675"/>
                  </a:cubicBezTo>
                  <a:cubicBezTo>
                    <a:pt x="568325" y="554539"/>
                    <a:pt x="569101" y="534343"/>
                    <a:pt x="571500" y="514350"/>
                  </a:cubicBezTo>
                  <a:cubicBezTo>
                    <a:pt x="571825" y="511645"/>
                    <a:pt x="578260" y="489487"/>
                    <a:pt x="584200" y="485775"/>
                  </a:cubicBezTo>
                  <a:cubicBezTo>
                    <a:pt x="589876" y="482227"/>
                    <a:pt x="603250" y="479425"/>
                    <a:pt x="603250" y="479425"/>
                  </a:cubicBezTo>
                  <a:cubicBezTo>
                    <a:pt x="611717" y="480483"/>
                    <a:pt x="620234" y="481197"/>
                    <a:pt x="628650" y="482600"/>
                  </a:cubicBezTo>
                  <a:cubicBezTo>
                    <a:pt x="658831" y="487630"/>
                    <a:pt x="621928" y="484244"/>
                    <a:pt x="657225" y="488950"/>
                  </a:cubicBezTo>
                  <a:cubicBezTo>
                    <a:pt x="671419" y="490843"/>
                    <a:pt x="692986" y="491540"/>
                    <a:pt x="708025" y="495300"/>
                  </a:cubicBezTo>
                  <a:cubicBezTo>
                    <a:pt x="714519" y="496923"/>
                    <a:pt x="721506" y="497937"/>
                    <a:pt x="727075" y="501650"/>
                  </a:cubicBezTo>
                  <a:cubicBezTo>
                    <a:pt x="730250" y="503767"/>
                    <a:pt x="732919" y="506996"/>
                    <a:pt x="736600" y="508000"/>
                  </a:cubicBezTo>
                  <a:cubicBezTo>
                    <a:pt x="744832" y="510245"/>
                    <a:pt x="753553" y="509968"/>
                    <a:pt x="762000" y="511175"/>
                  </a:cubicBezTo>
                  <a:cubicBezTo>
                    <a:pt x="768373" y="512085"/>
                    <a:pt x="774737" y="513087"/>
                    <a:pt x="781050" y="514350"/>
                  </a:cubicBezTo>
                  <a:cubicBezTo>
                    <a:pt x="806246" y="519389"/>
                    <a:pt x="780403" y="515776"/>
                    <a:pt x="812800" y="523875"/>
                  </a:cubicBezTo>
                  <a:lnTo>
                    <a:pt x="825500" y="527050"/>
                  </a:lnTo>
                  <a:cubicBezTo>
                    <a:pt x="924265" y="523644"/>
                    <a:pt x="888441" y="533586"/>
                    <a:pt x="936625" y="517525"/>
                  </a:cubicBezTo>
                  <a:cubicBezTo>
                    <a:pt x="939800" y="516467"/>
                    <a:pt x="943365" y="516206"/>
                    <a:pt x="946150" y="514350"/>
                  </a:cubicBezTo>
                  <a:lnTo>
                    <a:pt x="955675" y="508000"/>
                  </a:lnTo>
                  <a:cubicBezTo>
                    <a:pt x="957792" y="504825"/>
                    <a:pt x="960318" y="501888"/>
                    <a:pt x="962025" y="498475"/>
                  </a:cubicBezTo>
                  <a:cubicBezTo>
                    <a:pt x="963522" y="495482"/>
                    <a:pt x="963575" y="491876"/>
                    <a:pt x="965200" y="488950"/>
                  </a:cubicBezTo>
                  <a:cubicBezTo>
                    <a:pt x="968906" y="482279"/>
                    <a:pt x="973667" y="476250"/>
                    <a:pt x="977900" y="469900"/>
                  </a:cubicBezTo>
                  <a:cubicBezTo>
                    <a:pt x="980017" y="466725"/>
                    <a:pt x="983043" y="463995"/>
                    <a:pt x="984250" y="460375"/>
                  </a:cubicBezTo>
                  <a:lnTo>
                    <a:pt x="987425" y="450850"/>
                  </a:lnTo>
                  <a:cubicBezTo>
                    <a:pt x="986367" y="430742"/>
                    <a:pt x="986649" y="410518"/>
                    <a:pt x="984250" y="390525"/>
                  </a:cubicBezTo>
                  <a:cubicBezTo>
                    <a:pt x="983453" y="383879"/>
                    <a:pt x="980017" y="377825"/>
                    <a:pt x="977900" y="371475"/>
                  </a:cubicBezTo>
                  <a:lnTo>
                    <a:pt x="974725" y="361950"/>
                  </a:lnTo>
                  <a:cubicBezTo>
                    <a:pt x="972460" y="355156"/>
                    <a:pt x="970993" y="347969"/>
                    <a:pt x="965200" y="342900"/>
                  </a:cubicBezTo>
                  <a:cubicBezTo>
                    <a:pt x="959457" y="337874"/>
                    <a:pt x="952500" y="334433"/>
                    <a:pt x="946150" y="330200"/>
                  </a:cubicBezTo>
                  <a:lnTo>
                    <a:pt x="936625" y="323850"/>
                  </a:lnTo>
                  <a:lnTo>
                    <a:pt x="927100" y="317500"/>
                  </a:lnTo>
                  <a:cubicBezTo>
                    <a:pt x="923925" y="315383"/>
                    <a:pt x="921195" y="312357"/>
                    <a:pt x="917575" y="311150"/>
                  </a:cubicBezTo>
                  <a:lnTo>
                    <a:pt x="908050" y="307975"/>
                  </a:lnTo>
                  <a:cubicBezTo>
                    <a:pt x="894292" y="309033"/>
                    <a:pt x="880467" y="309438"/>
                    <a:pt x="866775" y="311150"/>
                  </a:cubicBezTo>
                  <a:cubicBezTo>
                    <a:pt x="863454" y="311565"/>
                    <a:pt x="859863" y="312234"/>
                    <a:pt x="857250" y="314325"/>
                  </a:cubicBezTo>
                  <a:cubicBezTo>
                    <a:pt x="854270" y="316709"/>
                    <a:pt x="853598" y="321152"/>
                    <a:pt x="850900" y="323850"/>
                  </a:cubicBezTo>
                  <a:cubicBezTo>
                    <a:pt x="848202" y="326548"/>
                    <a:pt x="844550" y="328083"/>
                    <a:pt x="841375" y="330200"/>
                  </a:cubicBezTo>
                  <a:cubicBezTo>
                    <a:pt x="836329" y="337769"/>
                    <a:pt x="828103" y="352806"/>
                    <a:pt x="819150" y="358775"/>
                  </a:cubicBezTo>
                  <a:cubicBezTo>
                    <a:pt x="816365" y="360631"/>
                    <a:pt x="812800" y="360892"/>
                    <a:pt x="809625" y="361950"/>
                  </a:cubicBezTo>
                  <a:cubicBezTo>
                    <a:pt x="769408" y="360892"/>
                    <a:pt x="729144" y="361007"/>
                    <a:pt x="688975" y="358775"/>
                  </a:cubicBezTo>
                  <a:cubicBezTo>
                    <a:pt x="671936" y="357828"/>
                    <a:pt x="638175" y="352425"/>
                    <a:pt x="638175" y="352425"/>
                  </a:cubicBezTo>
                  <a:lnTo>
                    <a:pt x="619125" y="346075"/>
                  </a:lnTo>
                  <a:cubicBezTo>
                    <a:pt x="615950" y="345017"/>
                    <a:pt x="612385" y="344756"/>
                    <a:pt x="609600" y="342900"/>
                  </a:cubicBezTo>
                  <a:lnTo>
                    <a:pt x="590550" y="330200"/>
                  </a:lnTo>
                  <a:cubicBezTo>
                    <a:pt x="586317" y="323850"/>
                    <a:pt x="580263" y="318390"/>
                    <a:pt x="577850" y="311150"/>
                  </a:cubicBezTo>
                  <a:lnTo>
                    <a:pt x="561975" y="263525"/>
                  </a:lnTo>
                  <a:lnTo>
                    <a:pt x="558800" y="254000"/>
                  </a:lnTo>
                  <a:cubicBezTo>
                    <a:pt x="557742" y="250825"/>
                    <a:pt x="556437" y="247722"/>
                    <a:pt x="555625" y="244475"/>
                  </a:cubicBezTo>
                  <a:lnTo>
                    <a:pt x="546100" y="206375"/>
                  </a:lnTo>
                  <a:cubicBezTo>
                    <a:pt x="543625" y="196476"/>
                    <a:pt x="540306" y="184634"/>
                    <a:pt x="539750" y="174625"/>
                  </a:cubicBezTo>
                  <a:cubicBezTo>
                    <a:pt x="539046" y="161945"/>
                    <a:pt x="539750" y="149225"/>
                    <a:pt x="539750" y="136525"/>
                  </a:cubicBezTo>
                </a:path>
              </a:pathLst>
            </a:cu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13FCD9C-50CF-1C6D-111B-6EDF6C6AB558}"/>
              </a:ext>
            </a:extLst>
          </p:cNvPr>
          <p:cNvGrpSpPr/>
          <p:nvPr/>
        </p:nvGrpSpPr>
        <p:grpSpPr>
          <a:xfrm>
            <a:off x="2813830" y="1922336"/>
            <a:ext cx="558799" cy="685746"/>
            <a:chOff x="1574377" y="694256"/>
            <a:chExt cx="558799" cy="685746"/>
          </a:xfrm>
        </p:grpSpPr>
        <p:sp>
          <p:nvSpPr>
            <p:cNvPr id="37" name="Shape 130">
              <a:extLst>
                <a:ext uri="{FF2B5EF4-FFF2-40B4-BE49-F238E27FC236}">
                  <a16:creationId xmlns:a16="http://schemas.microsoft.com/office/drawing/2014/main" id="{3BE9FABB-6213-048F-171F-BF594931009D}"/>
                </a:ext>
              </a:extLst>
            </p:cNvPr>
            <p:cNvSpPr/>
            <p:nvPr/>
          </p:nvSpPr>
          <p:spPr>
            <a:xfrm>
              <a:off x="1746528" y="694256"/>
              <a:ext cx="131037" cy="137071"/>
            </a:xfrm>
            <a:prstGeom prst="ellipse">
              <a:avLst/>
            </a:prstGeom>
            <a:solidFill>
              <a:srgbClr val="0070C0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F0AA40C-99D2-F330-3CAD-03419902CB60}"/>
                </a:ext>
              </a:extLst>
            </p:cNvPr>
            <p:cNvSpPr/>
            <p:nvPr/>
          </p:nvSpPr>
          <p:spPr>
            <a:xfrm>
              <a:off x="1574377" y="831835"/>
              <a:ext cx="558799" cy="548167"/>
            </a:xfrm>
            <a:custGeom>
              <a:avLst/>
              <a:gdLst>
                <a:gd name="csX0" fmla="*/ 419100 w 987425"/>
                <a:gd name="csY0" fmla="*/ 0 h 860425"/>
                <a:gd name="csX1" fmla="*/ 422275 w 987425"/>
                <a:gd name="csY1" fmla="*/ 117475 h 860425"/>
                <a:gd name="csX2" fmla="*/ 431800 w 987425"/>
                <a:gd name="csY2" fmla="*/ 177800 h 860425"/>
                <a:gd name="csX3" fmla="*/ 428625 w 987425"/>
                <a:gd name="csY3" fmla="*/ 317500 h 860425"/>
                <a:gd name="csX4" fmla="*/ 422275 w 987425"/>
                <a:gd name="csY4" fmla="*/ 336550 h 860425"/>
                <a:gd name="csX5" fmla="*/ 403225 w 987425"/>
                <a:gd name="csY5" fmla="*/ 352425 h 860425"/>
                <a:gd name="csX6" fmla="*/ 393700 w 987425"/>
                <a:gd name="csY6" fmla="*/ 361950 h 860425"/>
                <a:gd name="csX7" fmla="*/ 384175 w 987425"/>
                <a:gd name="csY7" fmla="*/ 365125 h 860425"/>
                <a:gd name="csX8" fmla="*/ 374650 w 987425"/>
                <a:gd name="csY8" fmla="*/ 371475 h 860425"/>
                <a:gd name="csX9" fmla="*/ 355600 w 987425"/>
                <a:gd name="csY9" fmla="*/ 377825 h 860425"/>
                <a:gd name="csX10" fmla="*/ 292100 w 987425"/>
                <a:gd name="csY10" fmla="*/ 374650 h 860425"/>
                <a:gd name="csX11" fmla="*/ 273050 w 987425"/>
                <a:gd name="csY11" fmla="*/ 368300 h 860425"/>
                <a:gd name="csX12" fmla="*/ 254000 w 987425"/>
                <a:gd name="csY12" fmla="*/ 365125 h 860425"/>
                <a:gd name="csX13" fmla="*/ 222250 w 987425"/>
                <a:gd name="csY13" fmla="*/ 355600 h 860425"/>
                <a:gd name="csX14" fmla="*/ 203200 w 987425"/>
                <a:gd name="csY14" fmla="*/ 349250 h 860425"/>
                <a:gd name="csX15" fmla="*/ 193675 w 987425"/>
                <a:gd name="csY15" fmla="*/ 346075 h 860425"/>
                <a:gd name="csX16" fmla="*/ 184150 w 987425"/>
                <a:gd name="csY16" fmla="*/ 339725 h 860425"/>
                <a:gd name="csX17" fmla="*/ 165100 w 987425"/>
                <a:gd name="csY17" fmla="*/ 333375 h 860425"/>
                <a:gd name="csX18" fmla="*/ 155575 w 987425"/>
                <a:gd name="csY18" fmla="*/ 327025 h 860425"/>
                <a:gd name="csX19" fmla="*/ 136525 w 987425"/>
                <a:gd name="csY19" fmla="*/ 320675 h 860425"/>
                <a:gd name="csX20" fmla="*/ 107950 w 987425"/>
                <a:gd name="csY20" fmla="*/ 314325 h 860425"/>
                <a:gd name="csX21" fmla="*/ 79375 w 987425"/>
                <a:gd name="csY21" fmla="*/ 317500 h 860425"/>
                <a:gd name="csX22" fmla="*/ 50800 w 987425"/>
                <a:gd name="csY22" fmla="*/ 330200 h 860425"/>
                <a:gd name="csX23" fmla="*/ 31750 w 987425"/>
                <a:gd name="csY23" fmla="*/ 339725 h 860425"/>
                <a:gd name="csX24" fmla="*/ 25400 w 987425"/>
                <a:gd name="csY24" fmla="*/ 349250 h 860425"/>
                <a:gd name="csX25" fmla="*/ 9525 w 987425"/>
                <a:gd name="csY25" fmla="*/ 365125 h 860425"/>
                <a:gd name="csX26" fmla="*/ 3175 w 987425"/>
                <a:gd name="csY26" fmla="*/ 384175 h 860425"/>
                <a:gd name="csX27" fmla="*/ 0 w 987425"/>
                <a:gd name="csY27" fmla="*/ 393700 h 860425"/>
                <a:gd name="csX28" fmla="*/ 3175 w 987425"/>
                <a:gd name="csY28" fmla="*/ 466725 h 860425"/>
                <a:gd name="csX29" fmla="*/ 6350 w 987425"/>
                <a:gd name="csY29" fmla="*/ 476250 h 860425"/>
                <a:gd name="csX30" fmla="*/ 12700 w 987425"/>
                <a:gd name="csY30" fmla="*/ 485775 h 860425"/>
                <a:gd name="csX31" fmla="*/ 22225 w 987425"/>
                <a:gd name="csY31" fmla="*/ 504825 h 860425"/>
                <a:gd name="csX32" fmla="*/ 31750 w 987425"/>
                <a:gd name="csY32" fmla="*/ 511175 h 860425"/>
                <a:gd name="csX33" fmla="*/ 47625 w 987425"/>
                <a:gd name="csY33" fmla="*/ 527050 h 860425"/>
                <a:gd name="csX34" fmla="*/ 57150 w 987425"/>
                <a:gd name="csY34" fmla="*/ 536575 h 860425"/>
                <a:gd name="csX35" fmla="*/ 76200 w 987425"/>
                <a:gd name="csY35" fmla="*/ 542925 h 860425"/>
                <a:gd name="csX36" fmla="*/ 85725 w 987425"/>
                <a:gd name="csY36" fmla="*/ 546100 h 860425"/>
                <a:gd name="csX37" fmla="*/ 95250 w 987425"/>
                <a:gd name="csY37" fmla="*/ 549275 h 860425"/>
                <a:gd name="csX38" fmla="*/ 152400 w 987425"/>
                <a:gd name="csY38" fmla="*/ 542925 h 860425"/>
                <a:gd name="csX39" fmla="*/ 161925 w 987425"/>
                <a:gd name="csY39" fmla="*/ 536575 h 860425"/>
                <a:gd name="csX40" fmla="*/ 174625 w 987425"/>
                <a:gd name="csY40" fmla="*/ 517525 h 860425"/>
                <a:gd name="csX41" fmla="*/ 177800 w 987425"/>
                <a:gd name="csY41" fmla="*/ 508000 h 860425"/>
                <a:gd name="csX42" fmla="*/ 184150 w 987425"/>
                <a:gd name="csY42" fmla="*/ 498475 h 860425"/>
                <a:gd name="csX43" fmla="*/ 203200 w 987425"/>
                <a:gd name="csY43" fmla="*/ 492125 h 860425"/>
                <a:gd name="csX44" fmla="*/ 355600 w 987425"/>
                <a:gd name="csY44" fmla="*/ 495300 h 860425"/>
                <a:gd name="csX45" fmla="*/ 352425 w 987425"/>
                <a:gd name="csY45" fmla="*/ 504825 h 860425"/>
                <a:gd name="csX46" fmla="*/ 339725 w 987425"/>
                <a:gd name="csY46" fmla="*/ 523875 h 860425"/>
                <a:gd name="csX47" fmla="*/ 333375 w 987425"/>
                <a:gd name="csY47" fmla="*/ 533400 h 860425"/>
                <a:gd name="csX48" fmla="*/ 330200 w 987425"/>
                <a:gd name="csY48" fmla="*/ 542925 h 860425"/>
                <a:gd name="csX49" fmla="*/ 333375 w 987425"/>
                <a:gd name="csY49" fmla="*/ 561975 h 860425"/>
                <a:gd name="csX50" fmla="*/ 371475 w 987425"/>
                <a:gd name="csY50" fmla="*/ 581025 h 860425"/>
                <a:gd name="csX51" fmla="*/ 381000 w 987425"/>
                <a:gd name="csY51" fmla="*/ 584200 h 860425"/>
                <a:gd name="csX52" fmla="*/ 390525 w 987425"/>
                <a:gd name="csY52" fmla="*/ 587375 h 860425"/>
                <a:gd name="csX53" fmla="*/ 403225 w 987425"/>
                <a:gd name="csY53" fmla="*/ 615950 h 860425"/>
                <a:gd name="csX54" fmla="*/ 412750 w 987425"/>
                <a:gd name="csY54" fmla="*/ 647700 h 860425"/>
                <a:gd name="csX55" fmla="*/ 415925 w 987425"/>
                <a:gd name="csY55" fmla="*/ 666750 h 860425"/>
                <a:gd name="csX56" fmla="*/ 406400 w 987425"/>
                <a:gd name="csY56" fmla="*/ 708025 h 860425"/>
                <a:gd name="csX57" fmla="*/ 403225 w 987425"/>
                <a:gd name="csY57" fmla="*/ 717550 h 860425"/>
                <a:gd name="csX58" fmla="*/ 393700 w 987425"/>
                <a:gd name="csY58" fmla="*/ 736600 h 860425"/>
                <a:gd name="csX59" fmla="*/ 396875 w 987425"/>
                <a:gd name="csY59" fmla="*/ 812800 h 860425"/>
                <a:gd name="csX60" fmla="*/ 400050 w 987425"/>
                <a:gd name="csY60" fmla="*/ 822325 h 860425"/>
                <a:gd name="csX61" fmla="*/ 415925 w 987425"/>
                <a:gd name="csY61" fmla="*/ 838200 h 860425"/>
                <a:gd name="csX62" fmla="*/ 425450 w 987425"/>
                <a:gd name="csY62" fmla="*/ 841375 h 860425"/>
                <a:gd name="csX63" fmla="*/ 434975 w 987425"/>
                <a:gd name="csY63" fmla="*/ 847725 h 860425"/>
                <a:gd name="csX64" fmla="*/ 454025 w 987425"/>
                <a:gd name="csY64" fmla="*/ 854075 h 860425"/>
                <a:gd name="csX65" fmla="*/ 479425 w 987425"/>
                <a:gd name="csY65" fmla="*/ 860425 h 860425"/>
                <a:gd name="csX66" fmla="*/ 561975 w 987425"/>
                <a:gd name="csY66" fmla="*/ 857250 h 860425"/>
                <a:gd name="csX67" fmla="*/ 581025 w 987425"/>
                <a:gd name="csY67" fmla="*/ 850900 h 860425"/>
                <a:gd name="csX68" fmla="*/ 600075 w 987425"/>
                <a:gd name="csY68" fmla="*/ 838200 h 860425"/>
                <a:gd name="csX69" fmla="*/ 615950 w 987425"/>
                <a:gd name="csY69" fmla="*/ 819150 h 860425"/>
                <a:gd name="csX70" fmla="*/ 628650 w 987425"/>
                <a:gd name="csY70" fmla="*/ 800100 h 860425"/>
                <a:gd name="csX71" fmla="*/ 625475 w 987425"/>
                <a:gd name="csY71" fmla="*/ 742950 h 860425"/>
                <a:gd name="csX72" fmla="*/ 612775 w 987425"/>
                <a:gd name="csY72" fmla="*/ 714375 h 860425"/>
                <a:gd name="csX73" fmla="*/ 609600 w 987425"/>
                <a:gd name="csY73" fmla="*/ 704850 h 860425"/>
                <a:gd name="csX74" fmla="*/ 603250 w 987425"/>
                <a:gd name="csY74" fmla="*/ 695325 h 860425"/>
                <a:gd name="csX75" fmla="*/ 600075 w 987425"/>
                <a:gd name="csY75" fmla="*/ 685800 h 860425"/>
                <a:gd name="csX76" fmla="*/ 581025 w 987425"/>
                <a:gd name="csY76" fmla="*/ 647700 h 860425"/>
                <a:gd name="csX77" fmla="*/ 577850 w 987425"/>
                <a:gd name="csY77" fmla="*/ 638175 h 860425"/>
                <a:gd name="csX78" fmla="*/ 574675 w 987425"/>
                <a:gd name="csY78" fmla="*/ 628650 h 860425"/>
                <a:gd name="csX79" fmla="*/ 571500 w 987425"/>
                <a:gd name="csY79" fmla="*/ 600075 h 860425"/>
                <a:gd name="csX80" fmla="*/ 568325 w 987425"/>
                <a:gd name="csY80" fmla="*/ 574675 h 860425"/>
                <a:gd name="csX81" fmla="*/ 571500 w 987425"/>
                <a:gd name="csY81" fmla="*/ 514350 h 860425"/>
                <a:gd name="csX82" fmla="*/ 584200 w 987425"/>
                <a:gd name="csY82" fmla="*/ 485775 h 860425"/>
                <a:gd name="csX83" fmla="*/ 603250 w 987425"/>
                <a:gd name="csY83" fmla="*/ 479425 h 860425"/>
                <a:gd name="csX84" fmla="*/ 628650 w 987425"/>
                <a:gd name="csY84" fmla="*/ 482600 h 860425"/>
                <a:gd name="csX85" fmla="*/ 657225 w 987425"/>
                <a:gd name="csY85" fmla="*/ 488950 h 860425"/>
                <a:gd name="csX86" fmla="*/ 708025 w 987425"/>
                <a:gd name="csY86" fmla="*/ 495300 h 860425"/>
                <a:gd name="csX87" fmla="*/ 727075 w 987425"/>
                <a:gd name="csY87" fmla="*/ 501650 h 860425"/>
                <a:gd name="csX88" fmla="*/ 736600 w 987425"/>
                <a:gd name="csY88" fmla="*/ 508000 h 860425"/>
                <a:gd name="csX89" fmla="*/ 762000 w 987425"/>
                <a:gd name="csY89" fmla="*/ 511175 h 860425"/>
                <a:gd name="csX90" fmla="*/ 781050 w 987425"/>
                <a:gd name="csY90" fmla="*/ 514350 h 860425"/>
                <a:gd name="csX91" fmla="*/ 812800 w 987425"/>
                <a:gd name="csY91" fmla="*/ 523875 h 860425"/>
                <a:gd name="csX92" fmla="*/ 825500 w 987425"/>
                <a:gd name="csY92" fmla="*/ 527050 h 860425"/>
                <a:gd name="csX93" fmla="*/ 936625 w 987425"/>
                <a:gd name="csY93" fmla="*/ 517525 h 860425"/>
                <a:gd name="csX94" fmla="*/ 946150 w 987425"/>
                <a:gd name="csY94" fmla="*/ 514350 h 860425"/>
                <a:gd name="csX95" fmla="*/ 955675 w 987425"/>
                <a:gd name="csY95" fmla="*/ 508000 h 860425"/>
                <a:gd name="csX96" fmla="*/ 962025 w 987425"/>
                <a:gd name="csY96" fmla="*/ 498475 h 860425"/>
                <a:gd name="csX97" fmla="*/ 965200 w 987425"/>
                <a:gd name="csY97" fmla="*/ 488950 h 860425"/>
                <a:gd name="csX98" fmla="*/ 977900 w 987425"/>
                <a:gd name="csY98" fmla="*/ 469900 h 860425"/>
                <a:gd name="csX99" fmla="*/ 984250 w 987425"/>
                <a:gd name="csY99" fmla="*/ 460375 h 860425"/>
                <a:gd name="csX100" fmla="*/ 987425 w 987425"/>
                <a:gd name="csY100" fmla="*/ 450850 h 860425"/>
                <a:gd name="csX101" fmla="*/ 984250 w 987425"/>
                <a:gd name="csY101" fmla="*/ 390525 h 860425"/>
                <a:gd name="csX102" fmla="*/ 977900 w 987425"/>
                <a:gd name="csY102" fmla="*/ 371475 h 860425"/>
                <a:gd name="csX103" fmla="*/ 974725 w 987425"/>
                <a:gd name="csY103" fmla="*/ 361950 h 860425"/>
                <a:gd name="csX104" fmla="*/ 965200 w 987425"/>
                <a:gd name="csY104" fmla="*/ 342900 h 860425"/>
                <a:gd name="csX105" fmla="*/ 946150 w 987425"/>
                <a:gd name="csY105" fmla="*/ 330200 h 860425"/>
                <a:gd name="csX106" fmla="*/ 936625 w 987425"/>
                <a:gd name="csY106" fmla="*/ 323850 h 860425"/>
                <a:gd name="csX107" fmla="*/ 927100 w 987425"/>
                <a:gd name="csY107" fmla="*/ 317500 h 860425"/>
                <a:gd name="csX108" fmla="*/ 917575 w 987425"/>
                <a:gd name="csY108" fmla="*/ 311150 h 860425"/>
                <a:gd name="csX109" fmla="*/ 908050 w 987425"/>
                <a:gd name="csY109" fmla="*/ 307975 h 860425"/>
                <a:gd name="csX110" fmla="*/ 866775 w 987425"/>
                <a:gd name="csY110" fmla="*/ 311150 h 860425"/>
                <a:gd name="csX111" fmla="*/ 857250 w 987425"/>
                <a:gd name="csY111" fmla="*/ 314325 h 860425"/>
                <a:gd name="csX112" fmla="*/ 850900 w 987425"/>
                <a:gd name="csY112" fmla="*/ 323850 h 860425"/>
                <a:gd name="csX113" fmla="*/ 841375 w 987425"/>
                <a:gd name="csY113" fmla="*/ 330200 h 860425"/>
                <a:gd name="csX114" fmla="*/ 819150 w 987425"/>
                <a:gd name="csY114" fmla="*/ 358775 h 860425"/>
                <a:gd name="csX115" fmla="*/ 809625 w 987425"/>
                <a:gd name="csY115" fmla="*/ 361950 h 860425"/>
                <a:gd name="csX116" fmla="*/ 688975 w 987425"/>
                <a:gd name="csY116" fmla="*/ 358775 h 860425"/>
                <a:gd name="csX117" fmla="*/ 638175 w 987425"/>
                <a:gd name="csY117" fmla="*/ 352425 h 860425"/>
                <a:gd name="csX118" fmla="*/ 619125 w 987425"/>
                <a:gd name="csY118" fmla="*/ 346075 h 860425"/>
                <a:gd name="csX119" fmla="*/ 609600 w 987425"/>
                <a:gd name="csY119" fmla="*/ 342900 h 860425"/>
                <a:gd name="csX120" fmla="*/ 590550 w 987425"/>
                <a:gd name="csY120" fmla="*/ 330200 h 860425"/>
                <a:gd name="csX121" fmla="*/ 577850 w 987425"/>
                <a:gd name="csY121" fmla="*/ 311150 h 860425"/>
                <a:gd name="csX122" fmla="*/ 561975 w 987425"/>
                <a:gd name="csY122" fmla="*/ 263525 h 860425"/>
                <a:gd name="csX123" fmla="*/ 558800 w 987425"/>
                <a:gd name="csY123" fmla="*/ 254000 h 860425"/>
                <a:gd name="csX124" fmla="*/ 555625 w 987425"/>
                <a:gd name="csY124" fmla="*/ 244475 h 860425"/>
                <a:gd name="csX125" fmla="*/ 546100 w 987425"/>
                <a:gd name="csY125" fmla="*/ 206375 h 860425"/>
                <a:gd name="csX126" fmla="*/ 539750 w 987425"/>
                <a:gd name="csY126" fmla="*/ 174625 h 860425"/>
                <a:gd name="csX127" fmla="*/ 539750 w 987425"/>
                <a:gd name="csY127" fmla="*/ 136525 h 860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</a:cxnLst>
              <a:rect l="l" t="t" r="r" b="b"/>
              <a:pathLst>
                <a:path w="987425" h="860425">
                  <a:moveTo>
                    <a:pt x="419100" y="0"/>
                  </a:moveTo>
                  <a:cubicBezTo>
                    <a:pt x="420158" y="39158"/>
                    <a:pt x="419975" y="78370"/>
                    <a:pt x="422275" y="117475"/>
                  </a:cubicBezTo>
                  <a:cubicBezTo>
                    <a:pt x="423461" y="137629"/>
                    <a:pt x="427827" y="157935"/>
                    <a:pt x="431800" y="177800"/>
                  </a:cubicBezTo>
                  <a:cubicBezTo>
                    <a:pt x="430742" y="224367"/>
                    <a:pt x="431415" y="271005"/>
                    <a:pt x="428625" y="317500"/>
                  </a:cubicBezTo>
                  <a:cubicBezTo>
                    <a:pt x="428224" y="324181"/>
                    <a:pt x="427008" y="331817"/>
                    <a:pt x="422275" y="336550"/>
                  </a:cubicBezTo>
                  <a:cubicBezTo>
                    <a:pt x="394448" y="364377"/>
                    <a:pt x="429747" y="330323"/>
                    <a:pt x="403225" y="352425"/>
                  </a:cubicBezTo>
                  <a:cubicBezTo>
                    <a:pt x="399776" y="355300"/>
                    <a:pt x="397436" y="359459"/>
                    <a:pt x="393700" y="361950"/>
                  </a:cubicBezTo>
                  <a:cubicBezTo>
                    <a:pt x="390915" y="363806"/>
                    <a:pt x="387168" y="363628"/>
                    <a:pt x="384175" y="365125"/>
                  </a:cubicBezTo>
                  <a:cubicBezTo>
                    <a:pt x="380762" y="366832"/>
                    <a:pt x="378137" y="369925"/>
                    <a:pt x="374650" y="371475"/>
                  </a:cubicBezTo>
                  <a:cubicBezTo>
                    <a:pt x="368533" y="374193"/>
                    <a:pt x="355600" y="377825"/>
                    <a:pt x="355600" y="377825"/>
                  </a:cubicBezTo>
                  <a:cubicBezTo>
                    <a:pt x="334433" y="376767"/>
                    <a:pt x="313153" y="377079"/>
                    <a:pt x="292100" y="374650"/>
                  </a:cubicBezTo>
                  <a:cubicBezTo>
                    <a:pt x="285451" y="373883"/>
                    <a:pt x="279652" y="369400"/>
                    <a:pt x="273050" y="368300"/>
                  </a:cubicBezTo>
                  <a:cubicBezTo>
                    <a:pt x="266700" y="367242"/>
                    <a:pt x="260313" y="366388"/>
                    <a:pt x="254000" y="365125"/>
                  </a:cubicBezTo>
                  <a:cubicBezTo>
                    <a:pt x="242004" y="362726"/>
                    <a:pt x="234399" y="359650"/>
                    <a:pt x="222250" y="355600"/>
                  </a:cubicBezTo>
                  <a:lnTo>
                    <a:pt x="203200" y="349250"/>
                  </a:lnTo>
                  <a:cubicBezTo>
                    <a:pt x="200025" y="348192"/>
                    <a:pt x="196460" y="347931"/>
                    <a:pt x="193675" y="346075"/>
                  </a:cubicBezTo>
                  <a:cubicBezTo>
                    <a:pt x="190500" y="343958"/>
                    <a:pt x="187637" y="341275"/>
                    <a:pt x="184150" y="339725"/>
                  </a:cubicBezTo>
                  <a:cubicBezTo>
                    <a:pt x="178033" y="337007"/>
                    <a:pt x="170669" y="337088"/>
                    <a:pt x="165100" y="333375"/>
                  </a:cubicBezTo>
                  <a:cubicBezTo>
                    <a:pt x="161925" y="331258"/>
                    <a:pt x="159062" y="328575"/>
                    <a:pt x="155575" y="327025"/>
                  </a:cubicBezTo>
                  <a:cubicBezTo>
                    <a:pt x="149458" y="324307"/>
                    <a:pt x="142875" y="322792"/>
                    <a:pt x="136525" y="320675"/>
                  </a:cubicBezTo>
                  <a:cubicBezTo>
                    <a:pt x="120893" y="315464"/>
                    <a:pt x="130301" y="318050"/>
                    <a:pt x="107950" y="314325"/>
                  </a:cubicBezTo>
                  <a:cubicBezTo>
                    <a:pt x="98425" y="315383"/>
                    <a:pt x="88773" y="315620"/>
                    <a:pt x="79375" y="317500"/>
                  </a:cubicBezTo>
                  <a:cubicBezTo>
                    <a:pt x="52071" y="322961"/>
                    <a:pt x="68536" y="321332"/>
                    <a:pt x="50800" y="330200"/>
                  </a:cubicBezTo>
                  <a:cubicBezTo>
                    <a:pt x="24510" y="343345"/>
                    <a:pt x="59047" y="321527"/>
                    <a:pt x="31750" y="339725"/>
                  </a:cubicBezTo>
                  <a:cubicBezTo>
                    <a:pt x="29633" y="342900"/>
                    <a:pt x="28098" y="346552"/>
                    <a:pt x="25400" y="349250"/>
                  </a:cubicBezTo>
                  <a:cubicBezTo>
                    <a:pt x="14393" y="360257"/>
                    <a:pt x="16298" y="349885"/>
                    <a:pt x="9525" y="365125"/>
                  </a:cubicBezTo>
                  <a:cubicBezTo>
                    <a:pt x="6807" y="371242"/>
                    <a:pt x="5292" y="377825"/>
                    <a:pt x="3175" y="384175"/>
                  </a:cubicBezTo>
                  <a:lnTo>
                    <a:pt x="0" y="393700"/>
                  </a:lnTo>
                  <a:cubicBezTo>
                    <a:pt x="1058" y="418042"/>
                    <a:pt x="1306" y="442432"/>
                    <a:pt x="3175" y="466725"/>
                  </a:cubicBezTo>
                  <a:cubicBezTo>
                    <a:pt x="3432" y="470062"/>
                    <a:pt x="4853" y="473257"/>
                    <a:pt x="6350" y="476250"/>
                  </a:cubicBezTo>
                  <a:cubicBezTo>
                    <a:pt x="8057" y="479663"/>
                    <a:pt x="10993" y="482362"/>
                    <a:pt x="12700" y="485775"/>
                  </a:cubicBezTo>
                  <a:cubicBezTo>
                    <a:pt x="17865" y="496104"/>
                    <a:pt x="13126" y="495726"/>
                    <a:pt x="22225" y="504825"/>
                  </a:cubicBezTo>
                  <a:cubicBezTo>
                    <a:pt x="24923" y="507523"/>
                    <a:pt x="28575" y="509058"/>
                    <a:pt x="31750" y="511175"/>
                  </a:cubicBezTo>
                  <a:cubicBezTo>
                    <a:pt x="43392" y="528638"/>
                    <a:pt x="31750" y="513821"/>
                    <a:pt x="47625" y="527050"/>
                  </a:cubicBezTo>
                  <a:cubicBezTo>
                    <a:pt x="51074" y="529925"/>
                    <a:pt x="53225" y="534394"/>
                    <a:pt x="57150" y="536575"/>
                  </a:cubicBezTo>
                  <a:cubicBezTo>
                    <a:pt x="63001" y="539826"/>
                    <a:pt x="69850" y="540808"/>
                    <a:pt x="76200" y="542925"/>
                  </a:cubicBezTo>
                  <a:lnTo>
                    <a:pt x="85725" y="546100"/>
                  </a:lnTo>
                  <a:lnTo>
                    <a:pt x="95250" y="549275"/>
                  </a:lnTo>
                  <a:cubicBezTo>
                    <a:pt x="101200" y="548878"/>
                    <a:pt x="137250" y="550500"/>
                    <a:pt x="152400" y="542925"/>
                  </a:cubicBezTo>
                  <a:cubicBezTo>
                    <a:pt x="155813" y="541218"/>
                    <a:pt x="158750" y="538692"/>
                    <a:pt x="161925" y="536575"/>
                  </a:cubicBezTo>
                  <a:cubicBezTo>
                    <a:pt x="166158" y="530225"/>
                    <a:pt x="172212" y="524765"/>
                    <a:pt x="174625" y="517525"/>
                  </a:cubicBezTo>
                  <a:cubicBezTo>
                    <a:pt x="175683" y="514350"/>
                    <a:pt x="176303" y="510993"/>
                    <a:pt x="177800" y="508000"/>
                  </a:cubicBezTo>
                  <a:cubicBezTo>
                    <a:pt x="179507" y="504587"/>
                    <a:pt x="180914" y="500497"/>
                    <a:pt x="184150" y="498475"/>
                  </a:cubicBezTo>
                  <a:cubicBezTo>
                    <a:pt x="189826" y="494927"/>
                    <a:pt x="203200" y="492125"/>
                    <a:pt x="203200" y="492125"/>
                  </a:cubicBezTo>
                  <a:lnTo>
                    <a:pt x="355600" y="495300"/>
                  </a:lnTo>
                  <a:cubicBezTo>
                    <a:pt x="358935" y="495584"/>
                    <a:pt x="354050" y="501899"/>
                    <a:pt x="352425" y="504825"/>
                  </a:cubicBezTo>
                  <a:cubicBezTo>
                    <a:pt x="348719" y="511496"/>
                    <a:pt x="343958" y="517525"/>
                    <a:pt x="339725" y="523875"/>
                  </a:cubicBezTo>
                  <a:cubicBezTo>
                    <a:pt x="337608" y="527050"/>
                    <a:pt x="334582" y="529780"/>
                    <a:pt x="333375" y="533400"/>
                  </a:cubicBezTo>
                  <a:lnTo>
                    <a:pt x="330200" y="542925"/>
                  </a:lnTo>
                  <a:cubicBezTo>
                    <a:pt x="331258" y="549275"/>
                    <a:pt x="329683" y="556701"/>
                    <a:pt x="333375" y="561975"/>
                  </a:cubicBezTo>
                  <a:cubicBezTo>
                    <a:pt x="340868" y="572679"/>
                    <a:pt x="360206" y="577269"/>
                    <a:pt x="371475" y="581025"/>
                  </a:cubicBezTo>
                  <a:lnTo>
                    <a:pt x="381000" y="584200"/>
                  </a:lnTo>
                  <a:lnTo>
                    <a:pt x="390525" y="587375"/>
                  </a:lnTo>
                  <a:cubicBezTo>
                    <a:pt x="400588" y="602469"/>
                    <a:pt x="395668" y="593280"/>
                    <a:pt x="403225" y="615950"/>
                  </a:cubicBezTo>
                  <a:cubicBezTo>
                    <a:pt x="406734" y="626476"/>
                    <a:pt x="410567" y="636786"/>
                    <a:pt x="412750" y="647700"/>
                  </a:cubicBezTo>
                  <a:cubicBezTo>
                    <a:pt x="414013" y="654013"/>
                    <a:pt x="414867" y="660400"/>
                    <a:pt x="415925" y="666750"/>
                  </a:cubicBezTo>
                  <a:cubicBezTo>
                    <a:pt x="411803" y="695601"/>
                    <a:pt x="415117" y="681875"/>
                    <a:pt x="406400" y="708025"/>
                  </a:cubicBezTo>
                  <a:cubicBezTo>
                    <a:pt x="405342" y="711200"/>
                    <a:pt x="405081" y="714765"/>
                    <a:pt x="403225" y="717550"/>
                  </a:cubicBezTo>
                  <a:cubicBezTo>
                    <a:pt x="395019" y="729860"/>
                    <a:pt x="398082" y="723455"/>
                    <a:pt x="393700" y="736600"/>
                  </a:cubicBezTo>
                  <a:cubicBezTo>
                    <a:pt x="394758" y="762000"/>
                    <a:pt x="394997" y="787447"/>
                    <a:pt x="396875" y="812800"/>
                  </a:cubicBezTo>
                  <a:cubicBezTo>
                    <a:pt x="397122" y="816138"/>
                    <a:pt x="398553" y="819332"/>
                    <a:pt x="400050" y="822325"/>
                  </a:cubicBezTo>
                  <a:cubicBezTo>
                    <a:pt x="404283" y="830792"/>
                    <a:pt x="407458" y="833967"/>
                    <a:pt x="415925" y="838200"/>
                  </a:cubicBezTo>
                  <a:cubicBezTo>
                    <a:pt x="418918" y="839697"/>
                    <a:pt x="422457" y="839878"/>
                    <a:pt x="425450" y="841375"/>
                  </a:cubicBezTo>
                  <a:cubicBezTo>
                    <a:pt x="428863" y="843082"/>
                    <a:pt x="431488" y="846175"/>
                    <a:pt x="434975" y="847725"/>
                  </a:cubicBezTo>
                  <a:cubicBezTo>
                    <a:pt x="441092" y="850443"/>
                    <a:pt x="447675" y="851958"/>
                    <a:pt x="454025" y="854075"/>
                  </a:cubicBezTo>
                  <a:cubicBezTo>
                    <a:pt x="468670" y="858957"/>
                    <a:pt x="460268" y="856594"/>
                    <a:pt x="479425" y="860425"/>
                  </a:cubicBezTo>
                  <a:cubicBezTo>
                    <a:pt x="506942" y="859367"/>
                    <a:pt x="534558" y="859820"/>
                    <a:pt x="561975" y="857250"/>
                  </a:cubicBezTo>
                  <a:cubicBezTo>
                    <a:pt x="568639" y="856625"/>
                    <a:pt x="575456" y="854613"/>
                    <a:pt x="581025" y="850900"/>
                  </a:cubicBezTo>
                  <a:lnTo>
                    <a:pt x="600075" y="838200"/>
                  </a:lnTo>
                  <a:cubicBezTo>
                    <a:pt x="622766" y="804163"/>
                    <a:pt x="587429" y="855820"/>
                    <a:pt x="615950" y="819150"/>
                  </a:cubicBezTo>
                  <a:cubicBezTo>
                    <a:pt x="620635" y="813126"/>
                    <a:pt x="628650" y="800100"/>
                    <a:pt x="628650" y="800100"/>
                  </a:cubicBezTo>
                  <a:cubicBezTo>
                    <a:pt x="627592" y="781050"/>
                    <a:pt x="627842" y="761882"/>
                    <a:pt x="625475" y="742950"/>
                  </a:cubicBezTo>
                  <a:cubicBezTo>
                    <a:pt x="622745" y="721107"/>
                    <a:pt x="620086" y="728998"/>
                    <a:pt x="612775" y="714375"/>
                  </a:cubicBezTo>
                  <a:cubicBezTo>
                    <a:pt x="611278" y="711382"/>
                    <a:pt x="611097" y="707843"/>
                    <a:pt x="609600" y="704850"/>
                  </a:cubicBezTo>
                  <a:cubicBezTo>
                    <a:pt x="607893" y="701437"/>
                    <a:pt x="604957" y="698738"/>
                    <a:pt x="603250" y="695325"/>
                  </a:cubicBezTo>
                  <a:cubicBezTo>
                    <a:pt x="601753" y="692332"/>
                    <a:pt x="601700" y="688726"/>
                    <a:pt x="600075" y="685800"/>
                  </a:cubicBezTo>
                  <a:cubicBezTo>
                    <a:pt x="579559" y="648871"/>
                    <a:pt x="593387" y="684786"/>
                    <a:pt x="581025" y="647700"/>
                  </a:cubicBezTo>
                  <a:lnTo>
                    <a:pt x="577850" y="638175"/>
                  </a:lnTo>
                  <a:lnTo>
                    <a:pt x="574675" y="628650"/>
                  </a:lnTo>
                  <a:cubicBezTo>
                    <a:pt x="573617" y="619125"/>
                    <a:pt x="572620" y="609593"/>
                    <a:pt x="571500" y="600075"/>
                  </a:cubicBezTo>
                  <a:cubicBezTo>
                    <a:pt x="570503" y="591601"/>
                    <a:pt x="568325" y="583208"/>
                    <a:pt x="568325" y="574675"/>
                  </a:cubicBezTo>
                  <a:cubicBezTo>
                    <a:pt x="568325" y="554539"/>
                    <a:pt x="569101" y="534343"/>
                    <a:pt x="571500" y="514350"/>
                  </a:cubicBezTo>
                  <a:cubicBezTo>
                    <a:pt x="571825" y="511645"/>
                    <a:pt x="578260" y="489487"/>
                    <a:pt x="584200" y="485775"/>
                  </a:cubicBezTo>
                  <a:cubicBezTo>
                    <a:pt x="589876" y="482227"/>
                    <a:pt x="603250" y="479425"/>
                    <a:pt x="603250" y="479425"/>
                  </a:cubicBezTo>
                  <a:cubicBezTo>
                    <a:pt x="611717" y="480483"/>
                    <a:pt x="620234" y="481197"/>
                    <a:pt x="628650" y="482600"/>
                  </a:cubicBezTo>
                  <a:cubicBezTo>
                    <a:pt x="658831" y="487630"/>
                    <a:pt x="621928" y="484244"/>
                    <a:pt x="657225" y="488950"/>
                  </a:cubicBezTo>
                  <a:cubicBezTo>
                    <a:pt x="671419" y="490843"/>
                    <a:pt x="692986" y="491540"/>
                    <a:pt x="708025" y="495300"/>
                  </a:cubicBezTo>
                  <a:cubicBezTo>
                    <a:pt x="714519" y="496923"/>
                    <a:pt x="721506" y="497937"/>
                    <a:pt x="727075" y="501650"/>
                  </a:cubicBezTo>
                  <a:cubicBezTo>
                    <a:pt x="730250" y="503767"/>
                    <a:pt x="732919" y="506996"/>
                    <a:pt x="736600" y="508000"/>
                  </a:cubicBezTo>
                  <a:cubicBezTo>
                    <a:pt x="744832" y="510245"/>
                    <a:pt x="753553" y="509968"/>
                    <a:pt x="762000" y="511175"/>
                  </a:cubicBezTo>
                  <a:cubicBezTo>
                    <a:pt x="768373" y="512085"/>
                    <a:pt x="774737" y="513087"/>
                    <a:pt x="781050" y="514350"/>
                  </a:cubicBezTo>
                  <a:cubicBezTo>
                    <a:pt x="806246" y="519389"/>
                    <a:pt x="780403" y="515776"/>
                    <a:pt x="812800" y="523875"/>
                  </a:cubicBezTo>
                  <a:lnTo>
                    <a:pt x="825500" y="527050"/>
                  </a:lnTo>
                  <a:cubicBezTo>
                    <a:pt x="924265" y="523644"/>
                    <a:pt x="888441" y="533586"/>
                    <a:pt x="936625" y="517525"/>
                  </a:cubicBezTo>
                  <a:cubicBezTo>
                    <a:pt x="939800" y="516467"/>
                    <a:pt x="943365" y="516206"/>
                    <a:pt x="946150" y="514350"/>
                  </a:cubicBezTo>
                  <a:lnTo>
                    <a:pt x="955675" y="508000"/>
                  </a:lnTo>
                  <a:cubicBezTo>
                    <a:pt x="957792" y="504825"/>
                    <a:pt x="960318" y="501888"/>
                    <a:pt x="962025" y="498475"/>
                  </a:cubicBezTo>
                  <a:cubicBezTo>
                    <a:pt x="963522" y="495482"/>
                    <a:pt x="963575" y="491876"/>
                    <a:pt x="965200" y="488950"/>
                  </a:cubicBezTo>
                  <a:cubicBezTo>
                    <a:pt x="968906" y="482279"/>
                    <a:pt x="973667" y="476250"/>
                    <a:pt x="977900" y="469900"/>
                  </a:cubicBezTo>
                  <a:cubicBezTo>
                    <a:pt x="980017" y="466725"/>
                    <a:pt x="983043" y="463995"/>
                    <a:pt x="984250" y="460375"/>
                  </a:cubicBezTo>
                  <a:lnTo>
                    <a:pt x="987425" y="450850"/>
                  </a:lnTo>
                  <a:cubicBezTo>
                    <a:pt x="986367" y="430742"/>
                    <a:pt x="986649" y="410518"/>
                    <a:pt x="984250" y="390525"/>
                  </a:cubicBezTo>
                  <a:cubicBezTo>
                    <a:pt x="983453" y="383879"/>
                    <a:pt x="980017" y="377825"/>
                    <a:pt x="977900" y="371475"/>
                  </a:cubicBezTo>
                  <a:lnTo>
                    <a:pt x="974725" y="361950"/>
                  </a:lnTo>
                  <a:cubicBezTo>
                    <a:pt x="972460" y="355156"/>
                    <a:pt x="970993" y="347969"/>
                    <a:pt x="965200" y="342900"/>
                  </a:cubicBezTo>
                  <a:cubicBezTo>
                    <a:pt x="959457" y="337874"/>
                    <a:pt x="952500" y="334433"/>
                    <a:pt x="946150" y="330200"/>
                  </a:cubicBezTo>
                  <a:lnTo>
                    <a:pt x="936625" y="323850"/>
                  </a:lnTo>
                  <a:lnTo>
                    <a:pt x="927100" y="317500"/>
                  </a:lnTo>
                  <a:cubicBezTo>
                    <a:pt x="923925" y="315383"/>
                    <a:pt x="921195" y="312357"/>
                    <a:pt x="917575" y="311150"/>
                  </a:cubicBezTo>
                  <a:lnTo>
                    <a:pt x="908050" y="307975"/>
                  </a:lnTo>
                  <a:cubicBezTo>
                    <a:pt x="894292" y="309033"/>
                    <a:pt x="880467" y="309438"/>
                    <a:pt x="866775" y="311150"/>
                  </a:cubicBezTo>
                  <a:cubicBezTo>
                    <a:pt x="863454" y="311565"/>
                    <a:pt x="859863" y="312234"/>
                    <a:pt x="857250" y="314325"/>
                  </a:cubicBezTo>
                  <a:cubicBezTo>
                    <a:pt x="854270" y="316709"/>
                    <a:pt x="853598" y="321152"/>
                    <a:pt x="850900" y="323850"/>
                  </a:cubicBezTo>
                  <a:cubicBezTo>
                    <a:pt x="848202" y="326548"/>
                    <a:pt x="844550" y="328083"/>
                    <a:pt x="841375" y="330200"/>
                  </a:cubicBezTo>
                  <a:cubicBezTo>
                    <a:pt x="836329" y="337769"/>
                    <a:pt x="828103" y="352806"/>
                    <a:pt x="819150" y="358775"/>
                  </a:cubicBezTo>
                  <a:cubicBezTo>
                    <a:pt x="816365" y="360631"/>
                    <a:pt x="812800" y="360892"/>
                    <a:pt x="809625" y="361950"/>
                  </a:cubicBezTo>
                  <a:cubicBezTo>
                    <a:pt x="769408" y="360892"/>
                    <a:pt x="729144" y="361007"/>
                    <a:pt x="688975" y="358775"/>
                  </a:cubicBezTo>
                  <a:cubicBezTo>
                    <a:pt x="671936" y="357828"/>
                    <a:pt x="638175" y="352425"/>
                    <a:pt x="638175" y="352425"/>
                  </a:cubicBezTo>
                  <a:lnTo>
                    <a:pt x="619125" y="346075"/>
                  </a:lnTo>
                  <a:cubicBezTo>
                    <a:pt x="615950" y="345017"/>
                    <a:pt x="612385" y="344756"/>
                    <a:pt x="609600" y="342900"/>
                  </a:cubicBezTo>
                  <a:lnTo>
                    <a:pt x="590550" y="330200"/>
                  </a:lnTo>
                  <a:cubicBezTo>
                    <a:pt x="586317" y="323850"/>
                    <a:pt x="580263" y="318390"/>
                    <a:pt x="577850" y="311150"/>
                  </a:cubicBezTo>
                  <a:lnTo>
                    <a:pt x="561975" y="263525"/>
                  </a:lnTo>
                  <a:lnTo>
                    <a:pt x="558800" y="254000"/>
                  </a:lnTo>
                  <a:cubicBezTo>
                    <a:pt x="557742" y="250825"/>
                    <a:pt x="556437" y="247722"/>
                    <a:pt x="555625" y="244475"/>
                  </a:cubicBezTo>
                  <a:lnTo>
                    <a:pt x="546100" y="206375"/>
                  </a:lnTo>
                  <a:cubicBezTo>
                    <a:pt x="543625" y="196476"/>
                    <a:pt x="540306" y="184634"/>
                    <a:pt x="539750" y="174625"/>
                  </a:cubicBezTo>
                  <a:cubicBezTo>
                    <a:pt x="539046" y="161945"/>
                    <a:pt x="539750" y="149225"/>
                    <a:pt x="539750" y="136525"/>
                  </a:cubicBezTo>
                </a:path>
              </a:pathLst>
            </a:cu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6E91062-EAEE-C69B-B1FF-0E4388419FE5}"/>
              </a:ext>
            </a:extLst>
          </p:cNvPr>
          <p:cNvGrpSpPr/>
          <p:nvPr/>
        </p:nvGrpSpPr>
        <p:grpSpPr>
          <a:xfrm>
            <a:off x="4983840" y="832113"/>
            <a:ext cx="558799" cy="685746"/>
            <a:chOff x="1574377" y="694256"/>
            <a:chExt cx="558799" cy="685746"/>
          </a:xfrm>
        </p:grpSpPr>
        <p:sp>
          <p:nvSpPr>
            <p:cNvPr id="40" name="Shape 130">
              <a:extLst>
                <a:ext uri="{FF2B5EF4-FFF2-40B4-BE49-F238E27FC236}">
                  <a16:creationId xmlns:a16="http://schemas.microsoft.com/office/drawing/2014/main" id="{5FD771FA-5074-9B4E-E2A9-C21433612E5C}"/>
                </a:ext>
              </a:extLst>
            </p:cNvPr>
            <p:cNvSpPr/>
            <p:nvPr/>
          </p:nvSpPr>
          <p:spPr>
            <a:xfrm>
              <a:off x="1746528" y="694256"/>
              <a:ext cx="131037" cy="137071"/>
            </a:xfrm>
            <a:prstGeom prst="ellipse">
              <a:avLst/>
            </a:prstGeom>
            <a:solidFill>
              <a:srgbClr val="0070C0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D01D5378-FFF3-7E07-C2CD-36EC5BB8A539}"/>
                </a:ext>
              </a:extLst>
            </p:cNvPr>
            <p:cNvSpPr/>
            <p:nvPr/>
          </p:nvSpPr>
          <p:spPr>
            <a:xfrm>
              <a:off x="1574377" y="831835"/>
              <a:ext cx="558799" cy="548167"/>
            </a:xfrm>
            <a:custGeom>
              <a:avLst/>
              <a:gdLst>
                <a:gd name="csX0" fmla="*/ 419100 w 987425"/>
                <a:gd name="csY0" fmla="*/ 0 h 860425"/>
                <a:gd name="csX1" fmla="*/ 422275 w 987425"/>
                <a:gd name="csY1" fmla="*/ 117475 h 860425"/>
                <a:gd name="csX2" fmla="*/ 431800 w 987425"/>
                <a:gd name="csY2" fmla="*/ 177800 h 860425"/>
                <a:gd name="csX3" fmla="*/ 428625 w 987425"/>
                <a:gd name="csY3" fmla="*/ 317500 h 860425"/>
                <a:gd name="csX4" fmla="*/ 422275 w 987425"/>
                <a:gd name="csY4" fmla="*/ 336550 h 860425"/>
                <a:gd name="csX5" fmla="*/ 403225 w 987425"/>
                <a:gd name="csY5" fmla="*/ 352425 h 860425"/>
                <a:gd name="csX6" fmla="*/ 393700 w 987425"/>
                <a:gd name="csY6" fmla="*/ 361950 h 860425"/>
                <a:gd name="csX7" fmla="*/ 384175 w 987425"/>
                <a:gd name="csY7" fmla="*/ 365125 h 860425"/>
                <a:gd name="csX8" fmla="*/ 374650 w 987425"/>
                <a:gd name="csY8" fmla="*/ 371475 h 860425"/>
                <a:gd name="csX9" fmla="*/ 355600 w 987425"/>
                <a:gd name="csY9" fmla="*/ 377825 h 860425"/>
                <a:gd name="csX10" fmla="*/ 292100 w 987425"/>
                <a:gd name="csY10" fmla="*/ 374650 h 860425"/>
                <a:gd name="csX11" fmla="*/ 273050 w 987425"/>
                <a:gd name="csY11" fmla="*/ 368300 h 860425"/>
                <a:gd name="csX12" fmla="*/ 254000 w 987425"/>
                <a:gd name="csY12" fmla="*/ 365125 h 860425"/>
                <a:gd name="csX13" fmla="*/ 222250 w 987425"/>
                <a:gd name="csY13" fmla="*/ 355600 h 860425"/>
                <a:gd name="csX14" fmla="*/ 203200 w 987425"/>
                <a:gd name="csY14" fmla="*/ 349250 h 860425"/>
                <a:gd name="csX15" fmla="*/ 193675 w 987425"/>
                <a:gd name="csY15" fmla="*/ 346075 h 860425"/>
                <a:gd name="csX16" fmla="*/ 184150 w 987425"/>
                <a:gd name="csY16" fmla="*/ 339725 h 860425"/>
                <a:gd name="csX17" fmla="*/ 165100 w 987425"/>
                <a:gd name="csY17" fmla="*/ 333375 h 860425"/>
                <a:gd name="csX18" fmla="*/ 155575 w 987425"/>
                <a:gd name="csY18" fmla="*/ 327025 h 860425"/>
                <a:gd name="csX19" fmla="*/ 136525 w 987425"/>
                <a:gd name="csY19" fmla="*/ 320675 h 860425"/>
                <a:gd name="csX20" fmla="*/ 107950 w 987425"/>
                <a:gd name="csY20" fmla="*/ 314325 h 860425"/>
                <a:gd name="csX21" fmla="*/ 79375 w 987425"/>
                <a:gd name="csY21" fmla="*/ 317500 h 860425"/>
                <a:gd name="csX22" fmla="*/ 50800 w 987425"/>
                <a:gd name="csY22" fmla="*/ 330200 h 860425"/>
                <a:gd name="csX23" fmla="*/ 31750 w 987425"/>
                <a:gd name="csY23" fmla="*/ 339725 h 860425"/>
                <a:gd name="csX24" fmla="*/ 25400 w 987425"/>
                <a:gd name="csY24" fmla="*/ 349250 h 860425"/>
                <a:gd name="csX25" fmla="*/ 9525 w 987425"/>
                <a:gd name="csY25" fmla="*/ 365125 h 860425"/>
                <a:gd name="csX26" fmla="*/ 3175 w 987425"/>
                <a:gd name="csY26" fmla="*/ 384175 h 860425"/>
                <a:gd name="csX27" fmla="*/ 0 w 987425"/>
                <a:gd name="csY27" fmla="*/ 393700 h 860425"/>
                <a:gd name="csX28" fmla="*/ 3175 w 987425"/>
                <a:gd name="csY28" fmla="*/ 466725 h 860425"/>
                <a:gd name="csX29" fmla="*/ 6350 w 987425"/>
                <a:gd name="csY29" fmla="*/ 476250 h 860425"/>
                <a:gd name="csX30" fmla="*/ 12700 w 987425"/>
                <a:gd name="csY30" fmla="*/ 485775 h 860425"/>
                <a:gd name="csX31" fmla="*/ 22225 w 987425"/>
                <a:gd name="csY31" fmla="*/ 504825 h 860425"/>
                <a:gd name="csX32" fmla="*/ 31750 w 987425"/>
                <a:gd name="csY32" fmla="*/ 511175 h 860425"/>
                <a:gd name="csX33" fmla="*/ 47625 w 987425"/>
                <a:gd name="csY33" fmla="*/ 527050 h 860425"/>
                <a:gd name="csX34" fmla="*/ 57150 w 987425"/>
                <a:gd name="csY34" fmla="*/ 536575 h 860425"/>
                <a:gd name="csX35" fmla="*/ 76200 w 987425"/>
                <a:gd name="csY35" fmla="*/ 542925 h 860425"/>
                <a:gd name="csX36" fmla="*/ 85725 w 987425"/>
                <a:gd name="csY36" fmla="*/ 546100 h 860425"/>
                <a:gd name="csX37" fmla="*/ 95250 w 987425"/>
                <a:gd name="csY37" fmla="*/ 549275 h 860425"/>
                <a:gd name="csX38" fmla="*/ 152400 w 987425"/>
                <a:gd name="csY38" fmla="*/ 542925 h 860425"/>
                <a:gd name="csX39" fmla="*/ 161925 w 987425"/>
                <a:gd name="csY39" fmla="*/ 536575 h 860425"/>
                <a:gd name="csX40" fmla="*/ 174625 w 987425"/>
                <a:gd name="csY40" fmla="*/ 517525 h 860425"/>
                <a:gd name="csX41" fmla="*/ 177800 w 987425"/>
                <a:gd name="csY41" fmla="*/ 508000 h 860425"/>
                <a:gd name="csX42" fmla="*/ 184150 w 987425"/>
                <a:gd name="csY42" fmla="*/ 498475 h 860425"/>
                <a:gd name="csX43" fmla="*/ 203200 w 987425"/>
                <a:gd name="csY43" fmla="*/ 492125 h 860425"/>
                <a:gd name="csX44" fmla="*/ 355600 w 987425"/>
                <a:gd name="csY44" fmla="*/ 495300 h 860425"/>
                <a:gd name="csX45" fmla="*/ 352425 w 987425"/>
                <a:gd name="csY45" fmla="*/ 504825 h 860425"/>
                <a:gd name="csX46" fmla="*/ 339725 w 987425"/>
                <a:gd name="csY46" fmla="*/ 523875 h 860425"/>
                <a:gd name="csX47" fmla="*/ 333375 w 987425"/>
                <a:gd name="csY47" fmla="*/ 533400 h 860425"/>
                <a:gd name="csX48" fmla="*/ 330200 w 987425"/>
                <a:gd name="csY48" fmla="*/ 542925 h 860425"/>
                <a:gd name="csX49" fmla="*/ 333375 w 987425"/>
                <a:gd name="csY49" fmla="*/ 561975 h 860425"/>
                <a:gd name="csX50" fmla="*/ 371475 w 987425"/>
                <a:gd name="csY50" fmla="*/ 581025 h 860425"/>
                <a:gd name="csX51" fmla="*/ 381000 w 987425"/>
                <a:gd name="csY51" fmla="*/ 584200 h 860425"/>
                <a:gd name="csX52" fmla="*/ 390525 w 987425"/>
                <a:gd name="csY52" fmla="*/ 587375 h 860425"/>
                <a:gd name="csX53" fmla="*/ 403225 w 987425"/>
                <a:gd name="csY53" fmla="*/ 615950 h 860425"/>
                <a:gd name="csX54" fmla="*/ 412750 w 987425"/>
                <a:gd name="csY54" fmla="*/ 647700 h 860425"/>
                <a:gd name="csX55" fmla="*/ 415925 w 987425"/>
                <a:gd name="csY55" fmla="*/ 666750 h 860425"/>
                <a:gd name="csX56" fmla="*/ 406400 w 987425"/>
                <a:gd name="csY56" fmla="*/ 708025 h 860425"/>
                <a:gd name="csX57" fmla="*/ 403225 w 987425"/>
                <a:gd name="csY57" fmla="*/ 717550 h 860425"/>
                <a:gd name="csX58" fmla="*/ 393700 w 987425"/>
                <a:gd name="csY58" fmla="*/ 736600 h 860425"/>
                <a:gd name="csX59" fmla="*/ 396875 w 987425"/>
                <a:gd name="csY59" fmla="*/ 812800 h 860425"/>
                <a:gd name="csX60" fmla="*/ 400050 w 987425"/>
                <a:gd name="csY60" fmla="*/ 822325 h 860425"/>
                <a:gd name="csX61" fmla="*/ 415925 w 987425"/>
                <a:gd name="csY61" fmla="*/ 838200 h 860425"/>
                <a:gd name="csX62" fmla="*/ 425450 w 987425"/>
                <a:gd name="csY62" fmla="*/ 841375 h 860425"/>
                <a:gd name="csX63" fmla="*/ 434975 w 987425"/>
                <a:gd name="csY63" fmla="*/ 847725 h 860425"/>
                <a:gd name="csX64" fmla="*/ 454025 w 987425"/>
                <a:gd name="csY64" fmla="*/ 854075 h 860425"/>
                <a:gd name="csX65" fmla="*/ 479425 w 987425"/>
                <a:gd name="csY65" fmla="*/ 860425 h 860425"/>
                <a:gd name="csX66" fmla="*/ 561975 w 987425"/>
                <a:gd name="csY66" fmla="*/ 857250 h 860425"/>
                <a:gd name="csX67" fmla="*/ 581025 w 987425"/>
                <a:gd name="csY67" fmla="*/ 850900 h 860425"/>
                <a:gd name="csX68" fmla="*/ 600075 w 987425"/>
                <a:gd name="csY68" fmla="*/ 838200 h 860425"/>
                <a:gd name="csX69" fmla="*/ 615950 w 987425"/>
                <a:gd name="csY69" fmla="*/ 819150 h 860425"/>
                <a:gd name="csX70" fmla="*/ 628650 w 987425"/>
                <a:gd name="csY70" fmla="*/ 800100 h 860425"/>
                <a:gd name="csX71" fmla="*/ 625475 w 987425"/>
                <a:gd name="csY71" fmla="*/ 742950 h 860425"/>
                <a:gd name="csX72" fmla="*/ 612775 w 987425"/>
                <a:gd name="csY72" fmla="*/ 714375 h 860425"/>
                <a:gd name="csX73" fmla="*/ 609600 w 987425"/>
                <a:gd name="csY73" fmla="*/ 704850 h 860425"/>
                <a:gd name="csX74" fmla="*/ 603250 w 987425"/>
                <a:gd name="csY74" fmla="*/ 695325 h 860425"/>
                <a:gd name="csX75" fmla="*/ 600075 w 987425"/>
                <a:gd name="csY75" fmla="*/ 685800 h 860425"/>
                <a:gd name="csX76" fmla="*/ 581025 w 987425"/>
                <a:gd name="csY76" fmla="*/ 647700 h 860425"/>
                <a:gd name="csX77" fmla="*/ 577850 w 987425"/>
                <a:gd name="csY77" fmla="*/ 638175 h 860425"/>
                <a:gd name="csX78" fmla="*/ 574675 w 987425"/>
                <a:gd name="csY78" fmla="*/ 628650 h 860425"/>
                <a:gd name="csX79" fmla="*/ 571500 w 987425"/>
                <a:gd name="csY79" fmla="*/ 600075 h 860425"/>
                <a:gd name="csX80" fmla="*/ 568325 w 987425"/>
                <a:gd name="csY80" fmla="*/ 574675 h 860425"/>
                <a:gd name="csX81" fmla="*/ 571500 w 987425"/>
                <a:gd name="csY81" fmla="*/ 514350 h 860425"/>
                <a:gd name="csX82" fmla="*/ 584200 w 987425"/>
                <a:gd name="csY82" fmla="*/ 485775 h 860425"/>
                <a:gd name="csX83" fmla="*/ 603250 w 987425"/>
                <a:gd name="csY83" fmla="*/ 479425 h 860425"/>
                <a:gd name="csX84" fmla="*/ 628650 w 987425"/>
                <a:gd name="csY84" fmla="*/ 482600 h 860425"/>
                <a:gd name="csX85" fmla="*/ 657225 w 987425"/>
                <a:gd name="csY85" fmla="*/ 488950 h 860425"/>
                <a:gd name="csX86" fmla="*/ 708025 w 987425"/>
                <a:gd name="csY86" fmla="*/ 495300 h 860425"/>
                <a:gd name="csX87" fmla="*/ 727075 w 987425"/>
                <a:gd name="csY87" fmla="*/ 501650 h 860425"/>
                <a:gd name="csX88" fmla="*/ 736600 w 987425"/>
                <a:gd name="csY88" fmla="*/ 508000 h 860425"/>
                <a:gd name="csX89" fmla="*/ 762000 w 987425"/>
                <a:gd name="csY89" fmla="*/ 511175 h 860425"/>
                <a:gd name="csX90" fmla="*/ 781050 w 987425"/>
                <a:gd name="csY90" fmla="*/ 514350 h 860425"/>
                <a:gd name="csX91" fmla="*/ 812800 w 987425"/>
                <a:gd name="csY91" fmla="*/ 523875 h 860425"/>
                <a:gd name="csX92" fmla="*/ 825500 w 987425"/>
                <a:gd name="csY92" fmla="*/ 527050 h 860425"/>
                <a:gd name="csX93" fmla="*/ 936625 w 987425"/>
                <a:gd name="csY93" fmla="*/ 517525 h 860425"/>
                <a:gd name="csX94" fmla="*/ 946150 w 987425"/>
                <a:gd name="csY94" fmla="*/ 514350 h 860425"/>
                <a:gd name="csX95" fmla="*/ 955675 w 987425"/>
                <a:gd name="csY95" fmla="*/ 508000 h 860425"/>
                <a:gd name="csX96" fmla="*/ 962025 w 987425"/>
                <a:gd name="csY96" fmla="*/ 498475 h 860425"/>
                <a:gd name="csX97" fmla="*/ 965200 w 987425"/>
                <a:gd name="csY97" fmla="*/ 488950 h 860425"/>
                <a:gd name="csX98" fmla="*/ 977900 w 987425"/>
                <a:gd name="csY98" fmla="*/ 469900 h 860425"/>
                <a:gd name="csX99" fmla="*/ 984250 w 987425"/>
                <a:gd name="csY99" fmla="*/ 460375 h 860425"/>
                <a:gd name="csX100" fmla="*/ 987425 w 987425"/>
                <a:gd name="csY100" fmla="*/ 450850 h 860425"/>
                <a:gd name="csX101" fmla="*/ 984250 w 987425"/>
                <a:gd name="csY101" fmla="*/ 390525 h 860425"/>
                <a:gd name="csX102" fmla="*/ 977900 w 987425"/>
                <a:gd name="csY102" fmla="*/ 371475 h 860425"/>
                <a:gd name="csX103" fmla="*/ 974725 w 987425"/>
                <a:gd name="csY103" fmla="*/ 361950 h 860425"/>
                <a:gd name="csX104" fmla="*/ 965200 w 987425"/>
                <a:gd name="csY104" fmla="*/ 342900 h 860425"/>
                <a:gd name="csX105" fmla="*/ 946150 w 987425"/>
                <a:gd name="csY105" fmla="*/ 330200 h 860425"/>
                <a:gd name="csX106" fmla="*/ 936625 w 987425"/>
                <a:gd name="csY106" fmla="*/ 323850 h 860425"/>
                <a:gd name="csX107" fmla="*/ 927100 w 987425"/>
                <a:gd name="csY107" fmla="*/ 317500 h 860425"/>
                <a:gd name="csX108" fmla="*/ 917575 w 987425"/>
                <a:gd name="csY108" fmla="*/ 311150 h 860425"/>
                <a:gd name="csX109" fmla="*/ 908050 w 987425"/>
                <a:gd name="csY109" fmla="*/ 307975 h 860425"/>
                <a:gd name="csX110" fmla="*/ 866775 w 987425"/>
                <a:gd name="csY110" fmla="*/ 311150 h 860425"/>
                <a:gd name="csX111" fmla="*/ 857250 w 987425"/>
                <a:gd name="csY111" fmla="*/ 314325 h 860425"/>
                <a:gd name="csX112" fmla="*/ 850900 w 987425"/>
                <a:gd name="csY112" fmla="*/ 323850 h 860425"/>
                <a:gd name="csX113" fmla="*/ 841375 w 987425"/>
                <a:gd name="csY113" fmla="*/ 330200 h 860425"/>
                <a:gd name="csX114" fmla="*/ 819150 w 987425"/>
                <a:gd name="csY114" fmla="*/ 358775 h 860425"/>
                <a:gd name="csX115" fmla="*/ 809625 w 987425"/>
                <a:gd name="csY115" fmla="*/ 361950 h 860425"/>
                <a:gd name="csX116" fmla="*/ 688975 w 987425"/>
                <a:gd name="csY116" fmla="*/ 358775 h 860425"/>
                <a:gd name="csX117" fmla="*/ 638175 w 987425"/>
                <a:gd name="csY117" fmla="*/ 352425 h 860425"/>
                <a:gd name="csX118" fmla="*/ 619125 w 987425"/>
                <a:gd name="csY118" fmla="*/ 346075 h 860425"/>
                <a:gd name="csX119" fmla="*/ 609600 w 987425"/>
                <a:gd name="csY119" fmla="*/ 342900 h 860425"/>
                <a:gd name="csX120" fmla="*/ 590550 w 987425"/>
                <a:gd name="csY120" fmla="*/ 330200 h 860425"/>
                <a:gd name="csX121" fmla="*/ 577850 w 987425"/>
                <a:gd name="csY121" fmla="*/ 311150 h 860425"/>
                <a:gd name="csX122" fmla="*/ 561975 w 987425"/>
                <a:gd name="csY122" fmla="*/ 263525 h 860425"/>
                <a:gd name="csX123" fmla="*/ 558800 w 987425"/>
                <a:gd name="csY123" fmla="*/ 254000 h 860425"/>
                <a:gd name="csX124" fmla="*/ 555625 w 987425"/>
                <a:gd name="csY124" fmla="*/ 244475 h 860425"/>
                <a:gd name="csX125" fmla="*/ 546100 w 987425"/>
                <a:gd name="csY125" fmla="*/ 206375 h 860425"/>
                <a:gd name="csX126" fmla="*/ 539750 w 987425"/>
                <a:gd name="csY126" fmla="*/ 174625 h 860425"/>
                <a:gd name="csX127" fmla="*/ 539750 w 987425"/>
                <a:gd name="csY127" fmla="*/ 136525 h 860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</a:cxnLst>
              <a:rect l="l" t="t" r="r" b="b"/>
              <a:pathLst>
                <a:path w="987425" h="860425">
                  <a:moveTo>
                    <a:pt x="419100" y="0"/>
                  </a:moveTo>
                  <a:cubicBezTo>
                    <a:pt x="420158" y="39158"/>
                    <a:pt x="419975" y="78370"/>
                    <a:pt x="422275" y="117475"/>
                  </a:cubicBezTo>
                  <a:cubicBezTo>
                    <a:pt x="423461" y="137629"/>
                    <a:pt x="427827" y="157935"/>
                    <a:pt x="431800" y="177800"/>
                  </a:cubicBezTo>
                  <a:cubicBezTo>
                    <a:pt x="430742" y="224367"/>
                    <a:pt x="431415" y="271005"/>
                    <a:pt x="428625" y="317500"/>
                  </a:cubicBezTo>
                  <a:cubicBezTo>
                    <a:pt x="428224" y="324181"/>
                    <a:pt x="427008" y="331817"/>
                    <a:pt x="422275" y="336550"/>
                  </a:cubicBezTo>
                  <a:cubicBezTo>
                    <a:pt x="394448" y="364377"/>
                    <a:pt x="429747" y="330323"/>
                    <a:pt x="403225" y="352425"/>
                  </a:cubicBezTo>
                  <a:cubicBezTo>
                    <a:pt x="399776" y="355300"/>
                    <a:pt x="397436" y="359459"/>
                    <a:pt x="393700" y="361950"/>
                  </a:cubicBezTo>
                  <a:cubicBezTo>
                    <a:pt x="390915" y="363806"/>
                    <a:pt x="387168" y="363628"/>
                    <a:pt x="384175" y="365125"/>
                  </a:cubicBezTo>
                  <a:cubicBezTo>
                    <a:pt x="380762" y="366832"/>
                    <a:pt x="378137" y="369925"/>
                    <a:pt x="374650" y="371475"/>
                  </a:cubicBezTo>
                  <a:cubicBezTo>
                    <a:pt x="368533" y="374193"/>
                    <a:pt x="355600" y="377825"/>
                    <a:pt x="355600" y="377825"/>
                  </a:cubicBezTo>
                  <a:cubicBezTo>
                    <a:pt x="334433" y="376767"/>
                    <a:pt x="313153" y="377079"/>
                    <a:pt x="292100" y="374650"/>
                  </a:cubicBezTo>
                  <a:cubicBezTo>
                    <a:pt x="285451" y="373883"/>
                    <a:pt x="279652" y="369400"/>
                    <a:pt x="273050" y="368300"/>
                  </a:cubicBezTo>
                  <a:cubicBezTo>
                    <a:pt x="266700" y="367242"/>
                    <a:pt x="260313" y="366388"/>
                    <a:pt x="254000" y="365125"/>
                  </a:cubicBezTo>
                  <a:cubicBezTo>
                    <a:pt x="242004" y="362726"/>
                    <a:pt x="234399" y="359650"/>
                    <a:pt x="222250" y="355600"/>
                  </a:cubicBezTo>
                  <a:lnTo>
                    <a:pt x="203200" y="349250"/>
                  </a:lnTo>
                  <a:cubicBezTo>
                    <a:pt x="200025" y="348192"/>
                    <a:pt x="196460" y="347931"/>
                    <a:pt x="193675" y="346075"/>
                  </a:cubicBezTo>
                  <a:cubicBezTo>
                    <a:pt x="190500" y="343958"/>
                    <a:pt x="187637" y="341275"/>
                    <a:pt x="184150" y="339725"/>
                  </a:cubicBezTo>
                  <a:cubicBezTo>
                    <a:pt x="178033" y="337007"/>
                    <a:pt x="170669" y="337088"/>
                    <a:pt x="165100" y="333375"/>
                  </a:cubicBezTo>
                  <a:cubicBezTo>
                    <a:pt x="161925" y="331258"/>
                    <a:pt x="159062" y="328575"/>
                    <a:pt x="155575" y="327025"/>
                  </a:cubicBezTo>
                  <a:cubicBezTo>
                    <a:pt x="149458" y="324307"/>
                    <a:pt x="142875" y="322792"/>
                    <a:pt x="136525" y="320675"/>
                  </a:cubicBezTo>
                  <a:cubicBezTo>
                    <a:pt x="120893" y="315464"/>
                    <a:pt x="130301" y="318050"/>
                    <a:pt x="107950" y="314325"/>
                  </a:cubicBezTo>
                  <a:cubicBezTo>
                    <a:pt x="98425" y="315383"/>
                    <a:pt x="88773" y="315620"/>
                    <a:pt x="79375" y="317500"/>
                  </a:cubicBezTo>
                  <a:cubicBezTo>
                    <a:pt x="52071" y="322961"/>
                    <a:pt x="68536" y="321332"/>
                    <a:pt x="50800" y="330200"/>
                  </a:cubicBezTo>
                  <a:cubicBezTo>
                    <a:pt x="24510" y="343345"/>
                    <a:pt x="59047" y="321527"/>
                    <a:pt x="31750" y="339725"/>
                  </a:cubicBezTo>
                  <a:cubicBezTo>
                    <a:pt x="29633" y="342900"/>
                    <a:pt x="28098" y="346552"/>
                    <a:pt x="25400" y="349250"/>
                  </a:cubicBezTo>
                  <a:cubicBezTo>
                    <a:pt x="14393" y="360257"/>
                    <a:pt x="16298" y="349885"/>
                    <a:pt x="9525" y="365125"/>
                  </a:cubicBezTo>
                  <a:cubicBezTo>
                    <a:pt x="6807" y="371242"/>
                    <a:pt x="5292" y="377825"/>
                    <a:pt x="3175" y="384175"/>
                  </a:cubicBezTo>
                  <a:lnTo>
                    <a:pt x="0" y="393700"/>
                  </a:lnTo>
                  <a:cubicBezTo>
                    <a:pt x="1058" y="418042"/>
                    <a:pt x="1306" y="442432"/>
                    <a:pt x="3175" y="466725"/>
                  </a:cubicBezTo>
                  <a:cubicBezTo>
                    <a:pt x="3432" y="470062"/>
                    <a:pt x="4853" y="473257"/>
                    <a:pt x="6350" y="476250"/>
                  </a:cubicBezTo>
                  <a:cubicBezTo>
                    <a:pt x="8057" y="479663"/>
                    <a:pt x="10993" y="482362"/>
                    <a:pt x="12700" y="485775"/>
                  </a:cubicBezTo>
                  <a:cubicBezTo>
                    <a:pt x="17865" y="496104"/>
                    <a:pt x="13126" y="495726"/>
                    <a:pt x="22225" y="504825"/>
                  </a:cubicBezTo>
                  <a:cubicBezTo>
                    <a:pt x="24923" y="507523"/>
                    <a:pt x="28575" y="509058"/>
                    <a:pt x="31750" y="511175"/>
                  </a:cubicBezTo>
                  <a:cubicBezTo>
                    <a:pt x="43392" y="528638"/>
                    <a:pt x="31750" y="513821"/>
                    <a:pt x="47625" y="527050"/>
                  </a:cubicBezTo>
                  <a:cubicBezTo>
                    <a:pt x="51074" y="529925"/>
                    <a:pt x="53225" y="534394"/>
                    <a:pt x="57150" y="536575"/>
                  </a:cubicBezTo>
                  <a:cubicBezTo>
                    <a:pt x="63001" y="539826"/>
                    <a:pt x="69850" y="540808"/>
                    <a:pt x="76200" y="542925"/>
                  </a:cubicBezTo>
                  <a:lnTo>
                    <a:pt x="85725" y="546100"/>
                  </a:lnTo>
                  <a:lnTo>
                    <a:pt x="95250" y="549275"/>
                  </a:lnTo>
                  <a:cubicBezTo>
                    <a:pt x="101200" y="548878"/>
                    <a:pt x="137250" y="550500"/>
                    <a:pt x="152400" y="542925"/>
                  </a:cubicBezTo>
                  <a:cubicBezTo>
                    <a:pt x="155813" y="541218"/>
                    <a:pt x="158750" y="538692"/>
                    <a:pt x="161925" y="536575"/>
                  </a:cubicBezTo>
                  <a:cubicBezTo>
                    <a:pt x="166158" y="530225"/>
                    <a:pt x="172212" y="524765"/>
                    <a:pt x="174625" y="517525"/>
                  </a:cubicBezTo>
                  <a:cubicBezTo>
                    <a:pt x="175683" y="514350"/>
                    <a:pt x="176303" y="510993"/>
                    <a:pt x="177800" y="508000"/>
                  </a:cubicBezTo>
                  <a:cubicBezTo>
                    <a:pt x="179507" y="504587"/>
                    <a:pt x="180914" y="500497"/>
                    <a:pt x="184150" y="498475"/>
                  </a:cubicBezTo>
                  <a:cubicBezTo>
                    <a:pt x="189826" y="494927"/>
                    <a:pt x="203200" y="492125"/>
                    <a:pt x="203200" y="492125"/>
                  </a:cubicBezTo>
                  <a:lnTo>
                    <a:pt x="355600" y="495300"/>
                  </a:lnTo>
                  <a:cubicBezTo>
                    <a:pt x="358935" y="495584"/>
                    <a:pt x="354050" y="501899"/>
                    <a:pt x="352425" y="504825"/>
                  </a:cubicBezTo>
                  <a:cubicBezTo>
                    <a:pt x="348719" y="511496"/>
                    <a:pt x="343958" y="517525"/>
                    <a:pt x="339725" y="523875"/>
                  </a:cubicBezTo>
                  <a:cubicBezTo>
                    <a:pt x="337608" y="527050"/>
                    <a:pt x="334582" y="529780"/>
                    <a:pt x="333375" y="533400"/>
                  </a:cubicBezTo>
                  <a:lnTo>
                    <a:pt x="330200" y="542925"/>
                  </a:lnTo>
                  <a:cubicBezTo>
                    <a:pt x="331258" y="549275"/>
                    <a:pt x="329683" y="556701"/>
                    <a:pt x="333375" y="561975"/>
                  </a:cubicBezTo>
                  <a:cubicBezTo>
                    <a:pt x="340868" y="572679"/>
                    <a:pt x="360206" y="577269"/>
                    <a:pt x="371475" y="581025"/>
                  </a:cubicBezTo>
                  <a:lnTo>
                    <a:pt x="381000" y="584200"/>
                  </a:lnTo>
                  <a:lnTo>
                    <a:pt x="390525" y="587375"/>
                  </a:lnTo>
                  <a:cubicBezTo>
                    <a:pt x="400588" y="602469"/>
                    <a:pt x="395668" y="593280"/>
                    <a:pt x="403225" y="615950"/>
                  </a:cubicBezTo>
                  <a:cubicBezTo>
                    <a:pt x="406734" y="626476"/>
                    <a:pt x="410567" y="636786"/>
                    <a:pt x="412750" y="647700"/>
                  </a:cubicBezTo>
                  <a:cubicBezTo>
                    <a:pt x="414013" y="654013"/>
                    <a:pt x="414867" y="660400"/>
                    <a:pt x="415925" y="666750"/>
                  </a:cubicBezTo>
                  <a:cubicBezTo>
                    <a:pt x="411803" y="695601"/>
                    <a:pt x="415117" y="681875"/>
                    <a:pt x="406400" y="708025"/>
                  </a:cubicBezTo>
                  <a:cubicBezTo>
                    <a:pt x="405342" y="711200"/>
                    <a:pt x="405081" y="714765"/>
                    <a:pt x="403225" y="717550"/>
                  </a:cubicBezTo>
                  <a:cubicBezTo>
                    <a:pt x="395019" y="729860"/>
                    <a:pt x="398082" y="723455"/>
                    <a:pt x="393700" y="736600"/>
                  </a:cubicBezTo>
                  <a:cubicBezTo>
                    <a:pt x="394758" y="762000"/>
                    <a:pt x="394997" y="787447"/>
                    <a:pt x="396875" y="812800"/>
                  </a:cubicBezTo>
                  <a:cubicBezTo>
                    <a:pt x="397122" y="816138"/>
                    <a:pt x="398553" y="819332"/>
                    <a:pt x="400050" y="822325"/>
                  </a:cubicBezTo>
                  <a:cubicBezTo>
                    <a:pt x="404283" y="830792"/>
                    <a:pt x="407458" y="833967"/>
                    <a:pt x="415925" y="838200"/>
                  </a:cubicBezTo>
                  <a:cubicBezTo>
                    <a:pt x="418918" y="839697"/>
                    <a:pt x="422457" y="839878"/>
                    <a:pt x="425450" y="841375"/>
                  </a:cubicBezTo>
                  <a:cubicBezTo>
                    <a:pt x="428863" y="843082"/>
                    <a:pt x="431488" y="846175"/>
                    <a:pt x="434975" y="847725"/>
                  </a:cubicBezTo>
                  <a:cubicBezTo>
                    <a:pt x="441092" y="850443"/>
                    <a:pt x="447675" y="851958"/>
                    <a:pt x="454025" y="854075"/>
                  </a:cubicBezTo>
                  <a:cubicBezTo>
                    <a:pt x="468670" y="858957"/>
                    <a:pt x="460268" y="856594"/>
                    <a:pt x="479425" y="860425"/>
                  </a:cubicBezTo>
                  <a:cubicBezTo>
                    <a:pt x="506942" y="859367"/>
                    <a:pt x="534558" y="859820"/>
                    <a:pt x="561975" y="857250"/>
                  </a:cubicBezTo>
                  <a:cubicBezTo>
                    <a:pt x="568639" y="856625"/>
                    <a:pt x="575456" y="854613"/>
                    <a:pt x="581025" y="850900"/>
                  </a:cubicBezTo>
                  <a:lnTo>
                    <a:pt x="600075" y="838200"/>
                  </a:lnTo>
                  <a:cubicBezTo>
                    <a:pt x="622766" y="804163"/>
                    <a:pt x="587429" y="855820"/>
                    <a:pt x="615950" y="819150"/>
                  </a:cubicBezTo>
                  <a:cubicBezTo>
                    <a:pt x="620635" y="813126"/>
                    <a:pt x="628650" y="800100"/>
                    <a:pt x="628650" y="800100"/>
                  </a:cubicBezTo>
                  <a:cubicBezTo>
                    <a:pt x="627592" y="781050"/>
                    <a:pt x="627842" y="761882"/>
                    <a:pt x="625475" y="742950"/>
                  </a:cubicBezTo>
                  <a:cubicBezTo>
                    <a:pt x="622745" y="721107"/>
                    <a:pt x="620086" y="728998"/>
                    <a:pt x="612775" y="714375"/>
                  </a:cubicBezTo>
                  <a:cubicBezTo>
                    <a:pt x="611278" y="711382"/>
                    <a:pt x="611097" y="707843"/>
                    <a:pt x="609600" y="704850"/>
                  </a:cubicBezTo>
                  <a:cubicBezTo>
                    <a:pt x="607893" y="701437"/>
                    <a:pt x="604957" y="698738"/>
                    <a:pt x="603250" y="695325"/>
                  </a:cubicBezTo>
                  <a:cubicBezTo>
                    <a:pt x="601753" y="692332"/>
                    <a:pt x="601700" y="688726"/>
                    <a:pt x="600075" y="685800"/>
                  </a:cubicBezTo>
                  <a:cubicBezTo>
                    <a:pt x="579559" y="648871"/>
                    <a:pt x="593387" y="684786"/>
                    <a:pt x="581025" y="647700"/>
                  </a:cubicBezTo>
                  <a:lnTo>
                    <a:pt x="577850" y="638175"/>
                  </a:lnTo>
                  <a:lnTo>
                    <a:pt x="574675" y="628650"/>
                  </a:lnTo>
                  <a:cubicBezTo>
                    <a:pt x="573617" y="619125"/>
                    <a:pt x="572620" y="609593"/>
                    <a:pt x="571500" y="600075"/>
                  </a:cubicBezTo>
                  <a:cubicBezTo>
                    <a:pt x="570503" y="591601"/>
                    <a:pt x="568325" y="583208"/>
                    <a:pt x="568325" y="574675"/>
                  </a:cubicBezTo>
                  <a:cubicBezTo>
                    <a:pt x="568325" y="554539"/>
                    <a:pt x="569101" y="534343"/>
                    <a:pt x="571500" y="514350"/>
                  </a:cubicBezTo>
                  <a:cubicBezTo>
                    <a:pt x="571825" y="511645"/>
                    <a:pt x="578260" y="489487"/>
                    <a:pt x="584200" y="485775"/>
                  </a:cubicBezTo>
                  <a:cubicBezTo>
                    <a:pt x="589876" y="482227"/>
                    <a:pt x="603250" y="479425"/>
                    <a:pt x="603250" y="479425"/>
                  </a:cubicBezTo>
                  <a:cubicBezTo>
                    <a:pt x="611717" y="480483"/>
                    <a:pt x="620234" y="481197"/>
                    <a:pt x="628650" y="482600"/>
                  </a:cubicBezTo>
                  <a:cubicBezTo>
                    <a:pt x="658831" y="487630"/>
                    <a:pt x="621928" y="484244"/>
                    <a:pt x="657225" y="488950"/>
                  </a:cubicBezTo>
                  <a:cubicBezTo>
                    <a:pt x="671419" y="490843"/>
                    <a:pt x="692986" y="491540"/>
                    <a:pt x="708025" y="495300"/>
                  </a:cubicBezTo>
                  <a:cubicBezTo>
                    <a:pt x="714519" y="496923"/>
                    <a:pt x="721506" y="497937"/>
                    <a:pt x="727075" y="501650"/>
                  </a:cubicBezTo>
                  <a:cubicBezTo>
                    <a:pt x="730250" y="503767"/>
                    <a:pt x="732919" y="506996"/>
                    <a:pt x="736600" y="508000"/>
                  </a:cubicBezTo>
                  <a:cubicBezTo>
                    <a:pt x="744832" y="510245"/>
                    <a:pt x="753553" y="509968"/>
                    <a:pt x="762000" y="511175"/>
                  </a:cubicBezTo>
                  <a:cubicBezTo>
                    <a:pt x="768373" y="512085"/>
                    <a:pt x="774737" y="513087"/>
                    <a:pt x="781050" y="514350"/>
                  </a:cubicBezTo>
                  <a:cubicBezTo>
                    <a:pt x="806246" y="519389"/>
                    <a:pt x="780403" y="515776"/>
                    <a:pt x="812800" y="523875"/>
                  </a:cubicBezTo>
                  <a:lnTo>
                    <a:pt x="825500" y="527050"/>
                  </a:lnTo>
                  <a:cubicBezTo>
                    <a:pt x="924265" y="523644"/>
                    <a:pt x="888441" y="533586"/>
                    <a:pt x="936625" y="517525"/>
                  </a:cubicBezTo>
                  <a:cubicBezTo>
                    <a:pt x="939800" y="516467"/>
                    <a:pt x="943365" y="516206"/>
                    <a:pt x="946150" y="514350"/>
                  </a:cubicBezTo>
                  <a:lnTo>
                    <a:pt x="955675" y="508000"/>
                  </a:lnTo>
                  <a:cubicBezTo>
                    <a:pt x="957792" y="504825"/>
                    <a:pt x="960318" y="501888"/>
                    <a:pt x="962025" y="498475"/>
                  </a:cubicBezTo>
                  <a:cubicBezTo>
                    <a:pt x="963522" y="495482"/>
                    <a:pt x="963575" y="491876"/>
                    <a:pt x="965200" y="488950"/>
                  </a:cubicBezTo>
                  <a:cubicBezTo>
                    <a:pt x="968906" y="482279"/>
                    <a:pt x="973667" y="476250"/>
                    <a:pt x="977900" y="469900"/>
                  </a:cubicBezTo>
                  <a:cubicBezTo>
                    <a:pt x="980017" y="466725"/>
                    <a:pt x="983043" y="463995"/>
                    <a:pt x="984250" y="460375"/>
                  </a:cubicBezTo>
                  <a:lnTo>
                    <a:pt x="987425" y="450850"/>
                  </a:lnTo>
                  <a:cubicBezTo>
                    <a:pt x="986367" y="430742"/>
                    <a:pt x="986649" y="410518"/>
                    <a:pt x="984250" y="390525"/>
                  </a:cubicBezTo>
                  <a:cubicBezTo>
                    <a:pt x="983453" y="383879"/>
                    <a:pt x="980017" y="377825"/>
                    <a:pt x="977900" y="371475"/>
                  </a:cubicBezTo>
                  <a:lnTo>
                    <a:pt x="974725" y="361950"/>
                  </a:lnTo>
                  <a:cubicBezTo>
                    <a:pt x="972460" y="355156"/>
                    <a:pt x="970993" y="347969"/>
                    <a:pt x="965200" y="342900"/>
                  </a:cubicBezTo>
                  <a:cubicBezTo>
                    <a:pt x="959457" y="337874"/>
                    <a:pt x="952500" y="334433"/>
                    <a:pt x="946150" y="330200"/>
                  </a:cubicBezTo>
                  <a:lnTo>
                    <a:pt x="936625" y="323850"/>
                  </a:lnTo>
                  <a:lnTo>
                    <a:pt x="927100" y="317500"/>
                  </a:lnTo>
                  <a:cubicBezTo>
                    <a:pt x="923925" y="315383"/>
                    <a:pt x="921195" y="312357"/>
                    <a:pt x="917575" y="311150"/>
                  </a:cubicBezTo>
                  <a:lnTo>
                    <a:pt x="908050" y="307975"/>
                  </a:lnTo>
                  <a:cubicBezTo>
                    <a:pt x="894292" y="309033"/>
                    <a:pt x="880467" y="309438"/>
                    <a:pt x="866775" y="311150"/>
                  </a:cubicBezTo>
                  <a:cubicBezTo>
                    <a:pt x="863454" y="311565"/>
                    <a:pt x="859863" y="312234"/>
                    <a:pt x="857250" y="314325"/>
                  </a:cubicBezTo>
                  <a:cubicBezTo>
                    <a:pt x="854270" y="316709"/>
                    <a:pt x="853598" y="321152"/>
                    <a:pt x="850900" y="323850"/>
                  </a:cubicBezTo>
                  <a:cubicBezTo>
                    <a:pt x="848202" y="326548"/>
                    <a:pt x="844550" y="328083"/>
                    <a:pt x="841375" y="330200"/>
                  </a:cubicBezTo>
                  <a:cubicBezTo>
                    <a:pt x="836329" y="337769"/>
                    <a:pt x="828103" y="352806"/>
                    <a:pt x="819150" y="358775"/>
                  </a:cubicBezTo>
                  <a:cubicBezTo>
                    <a:pt x="816365" y="360631"/>
                    <a:pt x="812800" y="360892"/>
                    <a:pt x="809625" y="361950"/>
                  </a:cubicBezTo>
                  <a:cubicBezTo>
                    <a:pt x="769408" y="360892"/>
                    <a:pt x="729144" y="361007"/>
                    <a:pt x="688975" y="358775"/>
                  </a:cubicBezTo>
                  <a:cubicBezTo>
                    <a:pt x="671936" y="357828"/>
                    <a:pt x="638175" y="352425"/>
                    <a:pt x="638175" y="352425"/>
                  </a:cubicBezTo>
                  <a:lnTo>
                    <a:pt x="619125" y="346075"/>
                  </a:lnTo>
                  <a:cubicBezTo>
                    <a:pt x="615950" y="345017"/>
                    <a:pt x="612385" y="344756"/>
                    <a:pt x="609600" y="342900"/>
                  </a:cubicBezTo>
                  <a:lnTo>
                    <a:pt x="590550" y="330200"/>
                  </a:lnTo>
                  <a:cubicBezTo>
                    <a:pt x="586317" y="323850"/>
                    <a:pt x="580263" y="318390"/>
                    <a:pt x="577850" y="311150"/>
                  </a:cubicBezTo>
                  <a:lnTo>
                    <a:pt x="561975" y="263525"/>
                  </a:lnTo>
                  <a:lnTo>
                    <a:pt x="558800" y="254000"/>
                  </a:lnTo>
                  <a:cubicBezTo>
                    <a:pt x="557742" y="250825"/>
                    <a:pt x="556437" y="247722"/>
                    <a:pt x="555625" y="244475"/>
                  </a:cubicBezTo>
                  <a:lnTo>
                    <a:pt x="546100" y="206375"/>
                  </a:lnTo>
                  <a:cubicBezTo>
                    <a:pt x="543625" y="196476"/>
                    <a:pt x="540306" y="184634"/>
                    <a:pt x="539750" y="174625"/>
                  </a:cubicBezTo>
                  <a:cubicBezTo>
                    <a:pt x="539046" y="161945"/>
                    <a:pt x="539750" y="149225"/>
                    <a:pt x="539750" y="136525"/>
                  </a:cubicBezTo>
                </a:path>
              </a:pathLst>
            </a:cu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43E9400-F56A-5EDD-DAED-2B9E33A366CA}"/>
              </a:ext>
            </a:extLst>
          </p:cNvPr>
          <p:cNvGrpSpPr/>
          <p:nvPr/>
        </p:nvGrpSpPr>
        <p:grpSpPr>
          <a:xfrm>
            <a:off x="3852000" y="845003"/>
            <a:ext cx="591672" cy="658601"/>
            <a:chOff x="825999" y="751842"/>
            <a:chExt cx="591672" cy="658601"/>
          </a:xfrm>
        </p:grpSpPr>
        <p:sp>
          <p:nvSpPr>
            <p:cNvPr id="43" name="Shape 135">
              <a:extLst>
                <a:ext uri="{FF2B5EF4-FFF2-40B4-BE49-F238E27FC236}">
                  <a16:creationId xmlns:a16="http://schemas.microsoft.com/office/drawing/2014/main" id="{5C3743A2-38BD-A223-D9C1-F22F717C7975}"/>
                </a:ext>
              </a:extLst>
            </p:cNvPr>
            <p:cNvSpPr/>
            <p:nvPr/>
          </p:nvSpPr>
          <p:spPr>
            <a:xfrm>
              <a:off x="1016554" y="751842"/>
              <a:ext cx="131037" cy="137071"/>
            </a:xfrm>
            <a:prstGeom prst="ellipse">
              <a:avLst/>
            </a:prstGeom>
            <a:solidFill>
              <a:schemeClr val="accent2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68B94215-50B1-8B52-2792-D30BF05816F1}"/>
                </a:ext>
              </a:extLst>
            </p:cNvPr>
            <p:cNvSpPr/>
            <p:nvPr/>
          </p:nvSpPr>
          <p:spPr>
            <a:xfrm>
              <a:off x="825999" y="888602"/>
              <a:ext cx="591672" cy="521841"/>
            </a:xfrm>
            <a:custGeom>
              <a:avLst/>
              <a:gdLst>
                <a:gd name="csX0" fmla="*/ 419100 w 987425"/>
                <a:gd name="csY0" fmla="*/ 0 h 860425"/>
                <a:gd name="csX1" fmla="*/ 422275 w 987425"/>
                <a:gd name="csY1" fmla="*/ 117475 h 860425"/>
                <a:gd name="csX2" fmla="*/ 431800 w 987425"/>
                <a:gd name="csY2" fmla="*/ 177800 h 860425"/>
                <a:gd name="csX3" fmla="*/ 428625 w 987425"/>
                <a:gd name="csY3" fmla="*/ 317500 h 860425"/>
                <a:gd name="csX4" fmla="*/ 422275 w 987425"/>
                <a:gd name="csY4" fmla="*/ 336550 h 860425"/>
                <a:gd name="csX5" fmla="*/ 403225 w 987425"/>
                <a:gd name="csY5" fmla="*/ 352425 h 860425"/>
                <a:gd name="csX6" fmla="*/ 393700 w 987425"/>
                <a:gd name="csY6" fmla="*/ 361950 h 860425"/>
                <a:gd name="csX7" fmla="*/ 384175 w 987425"/>
                <a:gd name="csY7" fmla="*/ 365125 h 860425"/>
                <a:gd name="csX8" fmla="*/ 374650 w 987425"/>
                <a:gd name="csY8" fmla="*/ 371475 h 860425"/>
                <a:gd name="csX9" fmla="*/ 355600 w 987425"/>
                <a:gd name="csY9" fmla="*/ 377825 h 860425"/>
                <a:gd name="csX10" fmla="*/ 292100 w 987425"/>
                <a:gd name="csY10" fmla="*/ 374650 h 860425"/>
                <a:gd name="csX11" fmla="*/ 273050 w 987425"/>
                <a:gd name="csY11" fmla="*/ 368300 h 860425"/>
                <a:gd name="csX12" fmla="*/ 254000 w 987425"/>
                <a:gd name="csY12" fmla="*/ 365125 h 860425"/>
                <a:gd name="csX13" fmla="*/ 222250 w 987425"/>
                <a:gd name="csY13" fmla="*/ 355600 h 860425"/>
                <a:gd name="csX14" fmla="*/ 203200 w 987425"/>
                <a:gd name="csY14" fmla="*/ 349250 h 860425"/>
                <a:gd name="csX15" fmla="*/ 193675 w 987425"/>
                <a:gd name="csY15" fmla="*/ 346075 h 860425"/>
                <a:gd name="csX16" fmla="*/ 184150 w 987425"/>
                <a:gd name="csY16" fmla="*/ 339725 h 860425"/>
                <a:gd name="csX17" fmla="*/ 165100 w 987425"/>
                <a:gd name="csY17" fmla="*/ 333375 h 860425"/>
                <a:gd name="csX18" fmla="*/ 155575 w 987425"/>
                <a:gd name="csY18" fmla="*/ 327025 h 860425"/>
                <a:gd name="csX19" fmla="*/ 136525 w 987425"/>
                <a:gd name="csY19" fmla="*/ 320675 h 860425"/>
                <a:gd name="csX20" fmla="*/ 107950 w 987425"/>
                <a:gd name="csY20" fmla="*/ 314325 h 860425"/>
                <a:gd name="csX21" fmla="*/ 79375 w 987425"/>
                <a:gd name="csY21" fmla="*/ 317500 h 860425"/>
                <a:gd name="csX22" fmla="*/ 50800 w 987425"/>
                <a:gd name="csY22" fmla="*/ 330200 h 860425"/>
                <a:gd name="csX23" fmla="*/ 31750 w 987425"/>
                <a:gd name="csY23" fmla="*/ 339725 h 860425"/>
                <a:gd name="csX24" fmla="*/ 25400 w 987425"/>
                <a:gd name="csY24" fmla="*/ 349250 h 860425"/>
                <a:gd name="csX25" fmla="*/ 9525 w 987425"/>
                <a:gd name="csY25" fmla="*/ 365125 h 860425"/>
                <a:gd name="csX26" fmla="*/ 3175 w 987425"/>
                <a:gd name="csY26" fmla="*/ 384175 h 860425"/>
                <a:gd name="csX27" fmla="*/ 0 w 987425"/>
                <a:gd name="csY27" fmla="*/ 393700 h 860425"/>
                <a:gd name="csX28" fmla="*/ 3175 w 987425"/>
                <a:gd name="csY28" fmla="*/ 466725 h 860425"/>
                <a:gd name="csX29" fmla="*/ 6350 w 987425"/>
                <a:gd name="csY29" fmla="*/ 476250 h 860425"/>
                <a:gd name="csX30" fmla="*/ 12700 w 987425"/>
                <a:gd name="csY30" fmla="*/ 485775 h 860425"/>
                <a:gd name="csX31" fmla="*/ 22225 w 987425"/>
                <a:gd name="csY31" fmla="*/ 504825 h 860425"/>
                <a:gd name="csX32" fmla="*/ 31750 w 987425"/>
                <a:gd name="csY32" fmla="*/ 511175 h 860425"/>
                <a:gd name="csX33" fmla="*/ 47625 w 987425"/>
                <a:gd name="csY33" fmla="*/ 527050 h 860425"/>
                <a:gd name="csX34" fmla="*/ 57150 w 987425"/>
                <a:gd name="csY34" fmla="*/ 536575 h 860425"/>
                <a:gd name="csX35" fmla="*/ 76200 w 987425"/>
                <a:gd name="csY35" fmla="*/ 542925 h 860425"/>
                <a:gd name="csX36" fmla="*/ 85725 w 987425"/>
                <a:gd name="csY36" fmla="*/ 546100 h 860425"/>
                <a:gd name="csX37" fmla="*/ 95250 w 987425"/>
                <a:gd name="csY37" fmla="*/ 549275 h 860425"/>
                <a:gd name="csX38" fmla="*/ 152400 w 987425"/>
                <a:gd name="csY38" fmla="*/ 542925 h 860425"/>
                <a:gd name="csX39" fmla="*/ 161925 w 987425"/>
                <a:gd name="csY39" fmla="*/ 536575 h 860425"/>
                <a:gd name="csX40" fmla="*/ 174625 w 987425"/>
                <a:gd name="csY40" fmla="*/ 517525 h 860425"/>
                <a:gd name="csX41" fmla="*/ 177800 w 987425"/>
                <a:gd name="csY41" fmla="*/ 508000 h 860425"/>
                <a:gd name="csX42" fmla="*/ 184150 w 987425"/>
                <a:gd name="csY42" fmla="*/ 498475 h 860425"/>
                <a:gd name="csX43" fmla="*/ 203200 w 987425"/>
                <a:gd name="csY43" fmla="*/ 492125 h 860425"/>
                <a:gd name="csX44" fmla="*/ 355600 w 987425"/>
                <a:gd name="csY44" fmla="*/ 495300 h 860425"/>
                <a:gd name="csX45" fmla="*/ 352425 w 987425"/>
                <a:gd name="csY45" fmla="*/ 504825 h 860425"/>
                <a:gd name="csX46" fmla="*/ 339725 w 987425"/>
                <a:gd name="csY46" fmla="*/ 523875 h 860425"/>
                <a:gd name="csX47" fmla="*/ 333375 w 987425"/>
                <a:gd name="csY47" fmla="*/ 533400 h 860425"/>
                <a:gd name="csX48" fmla="*/ 330200 w 987425"/>
                <a:gd name="csY48" fmla="*/ 542925 h 860425"/>
                <a:gd name="csX49" fmla="*/ 333375 w 987425"/>
                <a:gd name="csY49" fmla="*/ 561975 h 860425"/>
                <a:gd name="csX50" fmla="*/ 371475 w 987425"/>
                <a:gd name="csY50" fmla="*/ 581025 h 860425"/>
                <a:gd name="csX51" fmla="*/ 381000 w 987425"/>
                <a:gd name="csY51" fmla="*/ 584200 h 860425"/>
                <a:gd name="csX52" fmla="*/ 390525 w 987425"/>
                <a:gd name="csY52" fmla="*/ 587375 h 860425"/>
                <a:gd name="csX53" fmla="*/ 403225 w 987425"/>
                <a:gd name="csY53" fmla="*/ 615950 h 860425"/>
                <a:gd name="csX54" fmla="*/ 412750 w 987425"/>
                <a:gd name="csY54" fmla="*/ 647700 h 860425"/>
                <a:gd name="csX55" fmla="*/ 415925 w 987425"/>
                <a:gd name="csY55" fmla="*/ 666750 h 860425"/>
                <a:gd name="csX56" fmla="*/ 406400 w 987425"/>
                <a:gd name="csY56" fmla="*/ 708025 h 860425"/>
                <a:gd name="csX57" fmla="*/ 403225 w 987425"/>
                <a:gd name="csY57" fmla="*/ 717550 h 860425"/>
                <a:gd name="csX58" fmla="*/ 393700 w 987425"/>
                <a:gd name="csY58" fmla="*/ 736600 h 860425"/>
                <a:gd name="csX59" fmla="*/ 396875 w 987425"/>
                <a:gd name="csY59" fmla="*/ 812800 h 860425"/>
                <a:gd name="csX60" fmla="*/ 400050 w 987425"/>
                <a:gd name="csY60" fmla="*/ 822325 h 860425"/>
                <a:gd name="csX61" fmla="*/ 415925 w 987425"/>
                <a:gd name="csY61" fmla="*/ 838200 h 860425"/>
                <a:gd name="csX62" fmla="*/ 425450 w 987425"/>
                <a:gd name="csY62" fmla="*/ 841375 h 860425"/>
                <a:gd name="csX63" fmla="*/ 434975 w 987425"/>
                <a:gd name="csY63" fmla="*/ 847725 h 860425"/>
                <a:gd name="csX64" fmla="*/ 454025 w 987425"/>
                <a:gd name="csY64" fmla="*/ 854075 h 860425"/>
                <a:gd name="csX65" fmla="*/ 479425 w 987425"/>
                <a:gd name="csY65" fmla="*/ 860425 h 860425"/>
                <a:gd name="csX66" fmla="*/ 561975 w 987425"/>
                <a:gd name="csY66" fmla="*/ 857250 h 860425"/>
                <a:gd name="csX67" fmla="*/ 581025 w 987425"/>
                <a:gd name="csY67" fmla="*/ 850900 h 860425"/>
                <a:gd name="csX68" fmla="*/ 600075 w 987425"/>
                <a:gd name="csY68" fmla="*/ 838200 h 860425"/>
                <a:gd name="csX69" fmla="*/ 615950 w 987425"/>
                <a:gd name="csY69" fmla="*/ 819150 h 860425"/>
                <a:gd name="csX70" fmla="*/ 628650 w 987425"/>
                <a:gd name="csY70" fmla="*/ 800100 h 860425"/>
                <a:gd name="csX71" fmla="*/ 625475 w 987425"/>
                <a:gd name="csY71" fmla="*/ 742950 h 860425"/>
                <a:gd name="csX72" fmla="*/ 612775 w 987425"/>
                <a:gd name="csY72" fmla="*/ 714375 h 860425"/>
                <a:gd name="csX73" fmla="*/ 609600 w 987425"/>
                <a:gd name="csY73" fmla="*/ 704850 h 860425"/>
                <a:gd name="csX74" fmla="*/ 603250 w 987425"/>
                <a:gd name="csY74" fmla="*/ 695325 h 860425"/>
                <a:gd name="csX75" fmla="*/ 600075 w 987425"/>
                <a:gd name="csY75" fmla="*/ 685800 h 860425"/>
                <a:gd name="csX76" fmla="*/ 581025 w 987425"/>
                <a:gd name="csY76" fmla="*/ 647700 h 860425"/>
                <a:gd name="csX77" fmla="*/ 577850 w 987425"/>
                <a:gd name="csY77" fmla="*/ 638175 h 860425"/>
                <a:gd name="csX78" fmla="*/ 574675 w 987425"/>
                <a:gd name="csY78" fmla="*/ 628650 h 860425"/>
                <a:gd name="csX79" fmla="*/ 571500 w 987425"/>
                <a:gd name="csY79" fmla="*/ 600075 h 860425"/>
                <a:gd name="csX80" fmla="*/ 568325 w 987425"/>
                <a:gd name="csY80" fmla="*/ 574675 h 860425"/>
                <a:gd name="csX81" fmla="*/ 571500 w 987425"/>
                <a:gd name="csY81" fmla="*/ 514350 h 860425"/>
                <a:gd name="csX82" fmla="*/ 584200 w 987425"/>
                <a:gd name="csY82" fmla="*/ 485775 h 860425"/>
                <a:gd name="csX83" fmla="*/ 603250 w 987425"/>
                <a:gd name="csY83" fmla="*/ 479425 h 860425"/>
                <a:gd name="csX84" fmla="*/ 628650 w 987425"/>
                <a:gd name="csY84" fmla="*/ 482600 h 860425"/>
                <a:gd name="csX85" fmla="*/ 657225 w 987425"/>
                <a:gd name="csY85" fmla="*/ 488950 h 860425"/>
                <a:gd name="csX86" fmla="*/ 708025 w 987425"/>
                <a:gd name="csY86" fmla="*/ 495300 h 860425"/>
                <a:gd name="csX87" fmla="*/ 727075 w 987425"/>
                <a:gd name="csY87" fmla="*/ 501650 h 860425"/>
                <a:gd name="csX88" fmla="*/ 736600 w 987425"/>
                <a:gd name="csY88" fmla="*/ 508000 h 860425"/>
                <a:gd name="csX89" fmla="*/ 762000 w 987425"/>
                <a:gd name="csY89" fmla="*/ 511175 h 860425"/>
                <a:gd name="csX90" fmla="*/ 781050 w 987425"/>
                <a:gd name="csY90" fmla="*/ 514350 h 860425"/>
                <a:gd name="csX91" fmla="*/ 812800 w 987425"/>
                <a:gd name="csY91" fmla="*/ 523875 h 860425"/>
                <a:gd name="csX92" fmla="*/ 825500 w 987425"/>
                <a:gd name="csY92" fmla="*/ 527050 h 860425"/>
                <a:gd name="csX93" fmla="*/ 936625 w 987425"/>
                <a:gd name="csY93" fmla="*/ 517525 h 860425"/>
                <a:gd name="csX94" fmla="*/ 946150 w 987425"/>
                <a:gd name="csY94" fmla="*/ 514350 h 860425"/>
                <a:gd name="csX95" fmla="*/ 955675 w 987425"/>
                <a:gd name="csY95" fmla="*/ 508000 h 860425"/>
                <a:gd name="csX96" fmla="*/ 962025 w 987425"/>
                <a:gd name="csY96" fmla="*/ 498475 h 860425"/>
                <a:gd name="csX97" fmla="*/ 965200 w 987425"/>
                <a:gd name="csY97" fmla="*/ 488950 h 860425"/>
                <a:gd name="csX98" fmla="*/ 977900 w 987425"/>
                <a:gd name="csY98" fmla="*/ 469900 h 860425"/>
                <a:gd name="csX99" fmla="*/ 984250 w 987425"/>
                <a:gd name="csY99" fmla="*/ 460375 h 860425"/>
                <a:gd name="csX100" fmla="*/ 987425 w 987425"/>
                <a:gd name="csY100" fmla="*/ 450850 h 860425"/>
                <a:gd name="csX101" fmla="*/ 984250 w 987425"/>
                <a:gd name="csY101" fmla="*/ 390525 h 860425"/>
                <a:gd name="csX102" fmla="*/ 977900 w 987425"/>
                <a:gd name="csY102" fmla="*/ 371475 h 860425"/>
                <a:gd name="csX103" fmla="*/ 974725 w 987425"/>
                <a:gd name="csY103" fmla="*/ 361950 h 860425"/>
                <a:gd name="csX104" fmla="*/ 965200 w 987425"/>
                <a:gd name="csY104" fmla="*/ 342900 h 860425"/>
                <a:gd name="csX105" fmla="*/ 946150 w 987425"/>
                <a:gd name="csY105" fmla="*/ 330200 h 860425"/>
                <a:gd name="csX106" fmla="*/ 936625 w 987425"/>
                <a:gd name="csY106" fmla="*/ 323850 h 860425"/>
                <a:gd name="csX107" fmla="*/ 927100 w 987425"/>
                <a:gd name="csY107" fmla="*/ 317500 h 860425"/>
                <a:gd name="csX108" fmla="*/ 917575 w 987425"/>
                <a:gd name="csY108" fmla="*/ 311150 h 860425"/>
                <a:gd name="csX109" fmla="*/ 908050 w 987425"/>
                <a:gd name="csY109" fmla="*/ 307975 h 860425"/>
                <a:gd name="csX110" fmla="*/ 866775 w 987425"/>
                <a:gd name="csY110" fmla="*/ 311150 h 860425"/>
                <a:gd name="csX111" fmla="*/ 857250 w 987425"/>
                <a:gd name="csY111" fmla="*/ 314325 h 860425"/>
                <a:gd name="csX112" fmla="*/ 850900 w 987425"/>
                <a:gd name="csY112" fmla="*/ 323850 h 860425"/>
                <a:gd name="csX113" fmla="*/ 841375 w 987425"/>
                <a:gd name="csY113" fmla="*/ 330200 h 860425"/>
                <a:gd name="csX114" fmla="*/ 819150 w 987425"/>
                <a:gd name="csY114" fmla="*/ 358775 h 860425"/>
                <a:gd name="csX115" fmla="*/ 809625 w 987425"/>
                <a:gd name="csY115" fmla="*/ 361950 h 860425"/>
                <a:gd name="csX116" fmla="*/ 688975 w 987425"/>
                <a:gd name="csY116" fmla="*/ 358775 h 860425"/>
                <a:gd name="csX117" fmla="*/ 638175 w 987425"/>
                <a:gd name="csY117" fmla="*/ 352425 h 860425"/>
                <a:gd name="csX118" fmla="*/ 619125 w 987425"/>
                <a:gd name="csY118" fmla="*/ 346075 h 860425"/>
                <a:gd name="csX119" fmla="*/ 609600 w 987425"/>
                <a:gd name="csY119" fmla="*/ 342900 h 860425"/>
                <a:gd name="csX120" fmla="*/ 590550 w 987425"/>
                <a:gd name="csY120" fmla="*/ 330200 h 860425"/>
                <a:gd name="csX121" fmla="*/ 577850 w 987425"/>
                <a:gd name="csY121" fmla="*/ 311150 h 860425"/>
                <a:gd name="csX122" fmla="*/ 561975 w 987425"/>
                <a:gd name="csY122" fmla="*/ 263525 h 860425"/>
                <a:gd name="csX123" fmla="*/ 558800 w 987425"/>
                <a:gd name="csY123" fmla="*/ 254000 h 860425"/>
                <a:gd name="csX124" fmla="*/ 555625 w 987425"/>
                <a:gd name="csY124" fmla="*/ 244475 h 860425"/>
                <a:gd name="csX125" fmla="*/ 546100 w 987425"/>
                <a:gd name="csY125" fmla="*/ 206375 h 860425"/>
                <a:gd name="csX126" fmla="*/ 539750 w 987425"/>
                <a:gd name="csY126" fmla="*/ 174625 h 860425"/>
                <a:gd name="csX127" fmla="*/ 539750 w 987425"/>
                <a:gd name="csY127" fmla="*/ 136525 h 860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</a:cxnLst>
              <a:rect l="l" t="t" r="r" b="b"/>
              <a:pathLst>
                <a:path w="987425" h="860425">
                  <a:moveTo>
                    <a:pt x="419100" y="0"/>
                  </a:moveTo>
                  <a:cubicBezTo>
                    <a:pt x="420158" y="39158"/>
                    <a:pt x="419975" y="78370"/>
                    <a:pt x="422275" y="117475"/>
                  </a:cubicBezTo>
                  <a:cubicBezTo>
                    <a:pt x="423461" y="137629"/>
                    <a:pt x="427827" y="157935"/>
                    <a:pt x="431800" y="177800"/>
                  </a:cubicBezTo>
                  <a:cubicBezTo>
                    <a:pt x="430742" y="224367"/>
                    <a:pt x="431415" y="271005"/>
                    <a:pt x="428625" y="317500"/>
                  </a:cubicBezTo>
                  <a:cubicBezTo>
                    <a:pt x="428224" y="324181"/>
                    <a:pt x="427008" y="331817"/>
                    <a:pt x="422275" y="336550"/>
                  </a:cubicBezTo>
                  <a:cubicBezTo>
                    <a:pt x="394448" y="364377"/>
                    <a:pt x="429747" y="330323"/>
                    <a:pt x="403225" y="352425"/>
                  </a:cubicBezTo>
                  <a:cubicBezTo>
                    <a:pt x="399776" y="355300"/>
                    <a:pt x="397436" y="359459"/>
                    <a:pt x="393700" y="361950"/>
                  </a:cubicBezTo>
                  <a:cubicBezTo>
                    <a:pt x="390915" y="363806"/>
                    <a:pt x="387168" y="363628"/>
                    <a:pt x="384175" y="365125"/>
                  </a:cubicBezTo>
                  <a:cubicBezTo>
                    <a:pt x="380762" y="366832"/>
                    <a:pt x="378137" y="369925"/>
                    <a:pt x="374650" y="371475"/>
                  </a:cubicBezTo>
                  <a:cubicBezTo>
                    <a:pt x="368533" y="374193"/>
                    <a:pt x="355600" y="377825"/>
                    <a:pt x="355600" y="377825"/>
                  </a:cubicBezTo>
                  <a:cubicBezTo>
                    <a:pt x="334433" y="376767"/>
                    <a:pt x="313153" y="377079"/>
                    <a:pt x="292100" y="374650"/>
                  </a:cubicBezTo>
                  <a:cubicBezTo>
                    <a:pt x="285451" y="373883"/>
                    <a:pt x="279652" y="369400"/>
                    <a:pt x="273050" y="368300"/>
                  </a:cubicBezTo>
                  <a:cubicBezTo>
                    <a:pt x="266700" y="367242"/>
                    <a:pt x="260313" y="366388"/>
                    <a:pt x="254000" y="365125"/>
                  </a:cubicBezTo>
                  <a:cubicBezTo>
                    <a:pt x="242004" y="362726"/>
                    <a:pt x="234399" y="359650"/>
                    <a:pt x="222250" y="355600"/>
                  </a:cubicBezTo>
                  <a:lnTo>
                    <a:pt x="203200" y="349250"/>
                  </a:lnTo>
                  <a:cubicBezTo>
                    <a:pt x="200025" y="348192"/>
                    <a:pt x="196460" y="347931"/>
                    <a:pt x="193675" y="346075"/>
                  </a:cubicBezTo>
                  <a:cubicBezTo>
                    <a:pt x="190500" y="343958"/>
                    <a:pt x="187637" y="341275"/>
                    <a:pt x="184150" y="339725"/>
                  </a:cubicBezTo>
                  <a:cubicBezTo>
                    <a:pt x="178033" y="337007"/>
                    <a:pt x="170669" y="337088"/>
                    <a:pt x="165100" y="333375"/>
                  </a:cubicBezTo>
                  <a:cubicBezTo>
                    <a:pt x="161925" y="331258"/>
                    <a:pt x="159062" y="328575"/>
                    <a:pt x="155575" y="327025"/>
                  </a:cubicBezTo>
                  <a:cubicBezTo>
                    <a:pt x="149458" y="324307"/>
                    <a:pt x="142875" y="322792"/>
                    <a:pt x="136525" y="320675"/>
                  </a:cubicBezTo>
                  <a:cubicBezTo>
                    <a:pt x="120893" y="315464"/>
                    <a:pt x="130301" y="318050"/>
                    <a:pt x="107950" y="314325"/>
                  </a:cubicBezTo>
                  <a:cubicBezTo>
                    <a:pt x="98425" y="315383"/>
                    <a:pt x="88773" y="315620"/>
                    <a:pt x="79375" y="317500"/>
                  </a:cubicBezTo>
                  <a:cubicBezTo>
                    <a:pt x="52071" y="322961"/>
                    <a:pt x="68536" y="321332"/>
                    <a:pt x="50800" y="330200"/>
                  </a:cubicBezTo>
                  <a:cubicBezTo>
                    <a:pt x="24510" y="343345"/>
                    <a:pt x="59047" y="321527"/>
                    <a:pt x="31750" y="339725"/>
                  </a:cubicBezTo>
                  <a:cubicBezTo>
                    <a:pt x="29633" y="342900"/>
                    <a:pt x="28098" y="346552"/>
                    <a:pt x="25400" y="349250"/>
                  </a:cubicBezTo>
                  <a:cubicBezTo>
                    <a:pt x="14393" y="360257"/>
                    <a:pt x="16298" y="349885"/>
                    <a:pt x="9525" y="365125"/>
                  </a:cubicBezTo>
                  <a:cubicBezTo>
                    <a:pt x="6807" y="371242"/>
                    <a:pt x="5292" y="377825"/>
                    <a:pt x="3175" y="384175"/>
                  </a:cubicBezTo>
                  <a:lnTo>
                    <a:pt x="0" y="393700"/>
                  </a:lnTo>
                  <a:cubicBezTo>
                    <a:pt x="1058" y="418042"/>
                    <a:pt x="1306" y="442432"/>
                    <a:pt x="3175" y="466725"/>
                  </a:cubicBezTo>
                  <a:cubicBezTo>
                    <a:pt x="3432" y="470062"/>
                    <a:pt x="4853" y="473257"/>
                    <a:pt x="6350" y="476250"/>
                  </a:cubicBezTo>
                  <a:cubicBezTo>
                    <a:pt x="8057" y="479663"/>
                    <a:pt x="10993" y="482362"/>
                    <a:pt x="12700" y="485775"/>
                  </a:cubicBezTo>
                  <a:cubicBezTo>
                    <a:pt x="17865" y="496104"/>
                    <a:pt x="13126" y="495726"/>
                    <a:pt x="22225" y="504825"/>
                  </a:cubicBezTo>
                  <a:cubicBezTo>
                    <a:pt x="24923" y="507523"/>
                    <a:pt x="28575" y="509058"/>
                    <a:pt x="31750" y="511175"/>
                  </a:cubicBezTo>
                  <a:cubicBezTo>
                    <a:pt x="43392" y="528638"/>
                    <a:pt x="31750" y="513821"/>
                    <a:pt x="47625" y="527050"/>
                  </a:cubicBezTo>
                  <a:cubicBezTo>
                    <a:pt x="51074" y="529925"/>
                    <a:pt x="53225" y="534394"/>
                    <a:pt x="57150" y="536575"/>
                  </a:cubicBezTo>
                  <a:cubicBezTo>
                    <a:pt x="63001" y="539826"/>
                    <a:pt x="69850" y="540808"/>
                    <a:pt x="76200" y="542925"/>
                  </a:cubicBezTo>
                  <a:lnTo>
                    <a:pt x="85725" y="546100"/>
                  </a:lnTo>
                  <a:lnTo>
                    <a:pt x="95250" y="549275"/>
                  </a:lnTo>
                  <a:cubicBezTo>
                    <a:pt x="101200" y="548878"/>
                    <a:pt x="137250" y="550500"/>
                    <a:pt x="152400" y="542925"/>
                  </a:cubicBezTo>
                  <a:cubicBezTo>
                    <a:pt x="155813" y="541218"/>
                    <a:pt x="158750" y="538692"/>
                    <a:pt x="161925" y="536575"/>
                  </a:cubicBezTo>
                  <a:cubicBezTo>
                    <a:pt x="166158" y="530225"/>
                    <a:pt x="172212" y="524765"/>
                    <a:pt x="174625" y="517525"/>
                  </a:cubicBezTo>
                  <a:cubicBezTo>
                    <a:pt x="175683" y="514350"/>
                    <a:pt x="176303" y="510993"/>
                    <a:pt x="177800" y="508000"/>
                  </a:cubicBezTo>
                  <a:cubicBezTo>
                    <a:pt x="179507" y="504587"/>
                    <a:pt x="180914" y="500497"/>
                    <a:pt x="184150" y="498475"/>
                  </a:cubicBezTo>
                  <a:cubicBezTo>
                    <a:pt x="189826" y="494927"/>
                    <a:pt x="203200" y="492125"/>
                    <a:pt x="203200" y="492125"/>
                  </a:cubicBezTo>
                  <a:lnTo>
                    <a:pt x="355600" y="495300"/>
                  </a:lnTo>
                  <a:cubicBezTo>
                    <a:pt x="358935" y="495584"/>
                    <a:pt x="354050" y="501899"/>
                    <a:pt x="352425" y="504825"/>
                  </a:cubicBezTo>
                  <a:cubicBezTo>
                    <a:pt x="348719" y="511496"/>
                    <a:pt x="343958" y="517525"/>
                    <a:pt x="339725" y="523875"/>
                  </a:cubicBezTo>
                  <a:cubicBezTo>
                    <a:pt x="337608" y="527050"/>
                    <a:pt x="334582" y="529780"/>
                    <a:pt x="333375" y="533400"/>
                  </a:cubicBezTo>
                  <a:lnTo>
                    <a:pt x="330200" y="542925"/>
                  </a:lnTo>
                  <a:cubicBezTo>
                    <a:pt x="331258" y="549275"/>
                    <a:pt x="329683" y="556701"/>
                    <a:pt x="333375" y="561975"/>
                  </a:cubicBezTo>
                  <a:cubicBezTo>
                    <a:pt x="340868" y="572679"/>
                    <a:pt x="360206" y="577269"/>
                    <a:pt x="371475" y="581025"/>
                  </a:cubicBezTo>
                  <a:lnTo>
                    <a:pt x="381000" y="584200"/>
                  </a:lnTo>
                  <a:lnTo>
                    <a:pt x="390525" y="587375"/>
                  </a:lnTo>
                  <a:cubicBezTo>
                    <a:pt x="400588" y="602469"/>
                    <a:pt x="395668" y="593280"/>
                    <a:pt x="403225" y="615950"/>
                  </a:cubicBezTo>
                  <a:cubicBezTo>
                    <a:pt x="406734" y="626476"/>
                    <a:pt x="410567" y="636786"/>
                    <a:pt x="412750" y="647700"/>
                  </a:cubicBezTo>
                  <a:cubicBezTo>
                    <a:pt x="414013" y="654013"/>
                    <a:pt x="414867" y="660400"/>
                    <a:pt x="415925" y="666750"/>
                  </a:cubicBezTo>
                  <a:cubicBezTo>
                    <a:pt x="411803" y="695601"/>
                    <a:pt x="415117" y="681875"/>
                    <a:pt x="406400" y="708025"/>
                  </a:cubicBezTo>
                  <a:cubicBezTo>
                    <a:pt x="405342" y="711200"/>
                    <a:pt x="405081" y="714765"/>
                    <a:pt x="403225" y="717550"/>
                  </a:cubicBezTo>
                  <a:cubicBezTo>
                    <a:pt x="395019" y="729860"/>
                    <a:pt x="398082" y="723455"/>
                    <a:pt x="393700" y="736600"/>
                  </a:cubicBezTo>
                  <a:cubicBezTo>
                    <a:pt x="394758" y="762000"/>
                    <a:pt x="394997" y="787447"/>
                    <a:pt x="396875" y="812800"/>
                  </a:cubicBezTo>
                  <a:cubicBezTo>
                    <a:pt x="397122" y="816138"/>
                    <a:pt x="398553" y="819332"/>
                    <a:pt x="400050" y="822325"/>
                  </a:cubicBezTo>
                  <a:cubicBezTo>
                    <a:pt x="404283" y="830792"/>
                    <a:pt x="407458" y="833967"/>
                    <a:pt x="415925" y="838200"/>
                  </a:cubicBezTo>
                  <a:cubicBezTo>
                    <a:pt x="418918" y="839697"/>
                    <a:pt x="422457" y="839878"/>
                    <a:pt x="425450" y="841375"/>
                  </a:cubicBezTo>
                  <a:cubicBezTo>
                    <a:pt x="428863" y="843082"/>
                    <a:pt x="431488" y="846175"/>
                    <a:pt x="434975" y="847725"/>
                  </a:cubicBezTo>
                  <a:cubicBezTo>
                    <a:pt x="441092" y="850443"/>
                    <a:pt x="447675" y="851958"/>
                    <a:pt x="454025" y="854075"/>
                  </a:cubicBezTo>
                  <a:cubicBezTo>
                    <a:pt x="468670" y="858957"/>
                    <a:pt x="460268" y="856594"/>
                    <a:pt x="479425" y="860425"/>
                  </a:cubicBezTo>
                  <a:cubicBezTo>
                    <a:pt x="506942" y="859367"/>
                    <a:pt x="534558" y="859820"/>
                    <a:pt x="561975" y="857250"/>
                  </a:cubicBezTo>
                  <a:cubicBezTo>
                    <a:pt x="568639" y="856625"/>
                    <a:pt x="575456" y="854613"/>
                    <a:pt x="581025" y="850900"/>
                  </a:cubicBezTo>
                  <a:lnTo>
                    <a:pt x="600075" y="838200"/>
                  </a:lnTo>
                  <a:cubicBezTo>
                    <a:pt x="622766" y="804163"/>
                    <a:pt x="587429" y="855820"/>
                    <a:pt x="615950" y="819150"/>
                  </a:cubicBezTo>
                  <a:cubicBezTo>
                    <a:pt x="620635" y="813126"/>
                    <a:pt x="628650" y="800100"/>
                    <a:pt x="628650" y="800100"/>
                  </a:cubicBezTo>
                  <a:cubicBezTo>
                    <a:pt x="627592" y="781050"/>
                    <a:pt x="627842" y="761882"/>
                    <a:pt x="625475" y="742950"/>
                  </a:cubicBezTo>
                  <a:cubicBezTo>
                    <a:pt x="622745" y="721107"/>
                    <a:pt x="620086" y="728998"/>
                    <a:pt x="612775" y="714375"/>
                  </a:cubicBezTo>
                  <a:cubicBezTo>
                    <a:pt x="611278" y="711382"/>
                    <a:pt x="611097" y="707843"/>
                    <a:pt x="609600" y="704850"/>
                  </a:cubicBezTo>
                  <a:cubicBezTo>
                    <a:pt x="607893" y="701437"/>
                    <a:pt x="604957" y="698738"/>
                    <a:pt x="603250" y="695325"/>
                  </a:cubicBezTo>
                  <a:cubicBezTo>
                    <a:pt x="601753" y="692332"/>
                    <a:pt x="601700" y="688726"/>
                    <a:pt x="600075" y="685800"/>
                  </a:cubicBezTo>
                  <a:cubicBezTo>
                    <a:pt x="579559" y="648871"/>
                    <a:pt x="593387" y="684786"/>
                    <a:pt x="581025" y="647700"/>
                  </a:cubicBezTo>
                  <a:lnTo>
                    <a:pt x="577850" y="638175"/>
                  </a:lnTo>
                  <a:lnTo>
                    <a:pt x="574675" y="628650"/>
                  </a:lnTo>
                  <a:cubicBezTo>
                    <a:pt x="573617" y="619125"/>
                    <a:pt x="572620" y="609593"/>
                    <a:pt x="571500" y="600075"/>
                  </a:cubicBezTo>
                  <a:cubicBezTo>
                    <a:pt x="570503" y="591601"/>
                    <a:pt x="568325" y="583208"/>
                    <a:pt x="568325" y="574675"/>
                  </a:cubicBezTo>
                  <a:cubicBezTo>
                    <a:pt x="568325" y="554539"/>
                    <a:pt x="569101" y="534343"/>
                    <a:pt x="571500" y="514350"/>
                  </a:cubicBezTo>
                  <a:cubicBezTo>
                    <a:pt x="571825" y="511645"/>
                    <a:pt x="578260" y="489487"/>
                    <a:pt x="584200" y="485775"/>
                  </a:cubicBezTo>
                  <a:cubicBezTo>
                    <a:pt x="589876" y="482227"/>
                    <a:pt x="603250" y="479425"/>
                    <a:pt x="603250" y="479425"/>
                  </a:cubicBezTo>
                  <a:cubicBezTo>
                    <a:pt x="611717" y="480483"/>
                    <a:pt x="620234" y="481197"/>
                    <a:pt x="628650" y="482600"/>
                  </a:cubicBezTo>
                  <a:cubicBezTo>
                    <a:pt x="658831" y="487630"/>
                    <a:pt x="621928" y="484244"/>
                    <a:pt x="657225" y="488950"/>
                  </a:cubicBezTo>
                  <a:cubicBezTo>
                    <a:pt x="671419" y="490843"/>
                    <a:pt x="692986" y="491540"/>
                    <a:pt x="708025" y="495300"/>
                  </a:cubicBezTo>
                  <a:cubicBezTo>
                    <a:pt x="714519" y="496923"/>
                    <a:pt x="721506" y="497937"/>
                    <a:pt x="727075" y="501650"/>
                  </a:cubicBezTo>
                  <a:cubicBezTo>
                    <a:pt x="730250" y="503767"/>
                    <a:pt x="732919" y="506996"/>
                    <a:pt x="736600" y="508000"/>
                  </a:cubicBezTo>
                  <a:cubicBezTo>
                    <a:pt x="744832" y="510245"/>
                    <a:pt x="753553" y="509968"/>
                    <a:pt x="762000" y="511175"/>
                  </a:cubicBezTo>
                  <a:cubicBezTo>
                    <a:pt x="768373" y="512085"/>
                    <a:pt x="774737" y="513087"/>
                    <a:pt x="781050" y="514350"/>
                  </a:cubicBezTo>
                  <a:cubicBezTo>
                    <a:pt x="806246" y="519389"/>
                    <a:pt x="780403" y="515776"/>
                    <a:pt x="812800" y="523875"/>
                  </a:cubicBezTo>
                  <a:lnTo>
                    <a:pt x="825500" y="527050"/>
                  </a:lnTo>
                  <a:cubicBezTo>
                    <a:pt x="924265" y="523644"/>
                    <a:pt x="888441" y="533586"/>
                    <a:pt x="936625" y="517525"/>
                  </a:cubicBezTo>
                  <a:cubicBezTo>
                    <a:pt x="939800" y="516467"/>
                    <a:pt x="943365" y="516206"/>
                    <a:pt x="946150" y="514350"/>
                  </a:cubicBezTo>
                  <a:lnTo>
                    <a:pt x="955675" y="508000"/>
                  </a:lnTo>
                  <a:cubicBezTo>
                    <a:pt x="957792" y="504825"/>
                    <a:pt x="960318" y="501888"/>
                    <a:pt x="962025" y="498475"/>
                  </a:cubicBezTo>
                  <a:cubicBezTo>
                    <a:pt x="963522" y="495482"/>
                    <a:pt x="963575" y="491876"/>
                    <a:pt x="965200" y="488950"/>
                  </a:cubicBezTo>
                  <a:cubicBezTo>
                    <a:pt x="968906" y="482279"/>
                    <a:pt x="973667" y="476250"/>
                    <a:pt x="977900" y="469900"/>
                  </a:cubicBezTo>
                  <a:cubicBezTo>
                    <a:pt x="980017" y="466725"/>
                    <a:pt x="983043" y="463995"/>
                    <a:pt x="984250" y="460375"/>
                  </a:cubicBezTo>
                  <a:lnTo>
                    <a:pt x="987425" y="450850"/>
                  </a:lnTo>
                  <a:cubicBezTo>
                    <a:pt x="986367" y="430742"/>
                    <a:pt x="986649" y="410518"/>
                    <a:pt x="984250" y="390525"/>
                  </a:cubicBezTo>
                  <a:cubicBezTo>
                    <a:pt x="983453" y="383879"/>
                    <a:pt x="980017" y="377825"/>
                    <a:pt x="977900" y="371475"/>
                  </a:cubicBezTo>
                  <a:lnTo>
                    <a:pt x="974725" y="361950"/>
                  </a:lnTo>
                  <a:cubicBezTo>
                    <a:pt x="972460" y="355156"/>
                    <a:pt x="970993" y="347969"/>
                    <a:pt x="965200" y="342900"/>
                  </a:cubicBezTo>
                  <a:cubicBezTo>
                    <a:pt x="959457" y="337874"/>
                    <a:pt x="952500" y="334433"/>
                    <a:pt x="946150" y="330200"/>
                  </a:cubicBezTo>
                  <a:lnTo>
                    <a:pt x="936625" y="323850"/>
                  </a:lnTo>
                  <a:lnTo>
                    <a:pt x="927100" y="317500"/>
                  </a:lnTo>
                  <a:cubicBezTo>
                    <a:pt x="923925" y="315383"/>
                    <a:pt x="921195" y="312357"/>
                    <a:pt x="917575" y="311150"/>
                  </a:cubicBezTo>
                  <a:lnTo>
                    <a:pt x="908050" y="307975"/>
                  </a:lnTo>
                  <a:cubicBezTo>
                    <a:pt x="894292" y="309033"/>
                    <a:pt x="880467" y="309438"/>
                    <a:pt x="866775" y="311150"/>
                  </a:cubicBezTo>
                  <a:cubicBezTo>
                    <a:pt x="863454" y="311565"/>
                    <a:pt x="859863" y="312234"/>
                    <a:pt x="857250" y="314325"/>
                  </a:cubicBezTo>
                  <a:cubicBezTo>
                    <a:pt x="854270" y="316709"/>
                    <a:pt x="853598" y="321152"/>
                    <a:pt x="850900" y="323850"/>
                  </a:cubicBezTo>
                  <a:cubicBezTo>
                    <a:pt x="848202" y="326548"/>
                    <a:pt x="844550" y="328083"/>
                    <a:pt x="841375" y="330200"/>
                  </a:cubicBezTo>
                  <a:cubicBezTo>
                    <a:pt x="836329" y="337769"/>
                    <a:pt x="828103" y="352806"/>
                    <a:pt x="819150" y="358775"/>
                  </a:cubicBezTo>
                  <a:cubicBezTo>
                    <a:pt x="816365" y="360631"/>
                    <a:pt x="812800" y="360892"/>
                    <a:pt x="809625" y="361950"/>
                  </a:cubicBezTo>
                  <a:cubicBezTo>
                    <a:pt x="769408" y="360892"/>
                    <a:pt x="729144" y="361007"/>
                    <a:pt x="688975" y="358775"/>
                  </a:cubicBezTo>
                  <a:cubicBezTo>
                    <a:pt x="671936" y="357828"/>
                    <a:pt x="638175" y="352425"/>
                    <a:pt x="638175" y="352425"/>
                  </a:cubicBezTo>
                  <a:lnTo>
                    <a:pt x="619125" y="346075"/>
                  </a:lnTo>
                  <a:cubicBezTo>
                    <a:pt x="615950" y="345017"/>
                    <a:pt x="612385" y="344756"/>
                    <a:pt x="609600" y="342900"/>
                  </a:cubicBezTo>
                  <a:lnTo>
                    <a:pt x="590550" y="330200"/>
                  </a:lnTo>
                  <a:cubicBezTo>
                    <a:pt x="586317" y="323850"/>
                    <a:pt x="580263" y="318390"/>
                    <a:pt x="577850" y="311150"/>
                  </a:cubicBezTo>
                  <a:lnTo>
                    <a:pt x="561975" y="263525"/>
                  </a:lnTo>
                  <a:lnTo>
                    <a:pt x="558800" y="254000"/>
                  </a:lnTo>
                  <a:cubicBezTo>
                    <a:pt x="557742" y="250825"/>
                    <a:pt x="556437" y="247722"/>
                    <a:pt x="555625" y="244475"/>
                  </a:cubicBezTo>
                  <a:lnTo>
                    <a:pt x="546100" y="206375"/>
                  </a:lnTo>
                  <a:cubicBezTo>
                    <a:pt x="543625" y="196476"/>
                    <a:pt x="540306" y="184634"/>
                    <a:pt x="539750" y="174625"/>
                  </a:cubicBezTo>
                  <a:cubicBezTo>
                    <a:pt x="539046" y="161945"/>
                    <a:pt x="539750" y="149225"/>
                    <a:pt x="539750" y="136525"/>
                  </a:cubicBezTo>
                </a:path>
              </a:pathLst>
            </a:custGeom>
            <a:noFill/>
            <a:ln w="28575">
              <a:solidFill>
                <a:srgbClr val="F592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13715C5-554A-1921-819D-63066B7D3920}"/>
              </a:ext>
            </a:extLst>
          </p:cNvPr>
          <p:cNvGrpSpPr/>
          <p:nvPr/>
        </p:nvGrpSpPr>
        <p:grpSpPr>
          <a:xfrm>
            <a:off x="2737227" y="1027586"/>
            <a:ext cx="558799" cy="685746"/>
            <a:chOff x="1574377" y="694256"/>
            <a:chExt cx="558799" cy="685746"/>
          </a:xfrm>
        </p:grpSpPr>
        <p:sp>
          <p:nvSpPr>
            <p:cNvPr id="50" name="Shape 130">
              <a:extLst>
                <a:ext uri="{FF2B5EF4-FFF2-40B4-BE49-F238E27FC236}">
                  <a16:creationId xmlns:a16="http://schemas.microsoft.com/office/drawing/2014/main" id="{638F5254-E7B1-B95F-B51D-52D17489A0E4}"/>
                </a:ext>
              </a:extLst>
            </p:cNvPr>
            <p:cNvSpPr/>
            <p:nvPr/>
          </p:nvSpPr>
          <p:spPr>
            <a:xfrm>
              <a:off x="1746528" y="694256"/>
              <a:ext cx="131037" cy="137071"/>
            </a:xfrm>
            <a:prstGeom prst="ellipse">
              <a:avLst/>
            </a:prstGeom>
            <a:solidFill>
              <a:srgbClr val="0070C0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91DE0E64-BB45-C2A0-C110-6BC0895AC221}"/>
                </a:ext>
              </a:extLst>
            </p:cNvPr>
            <p:cNvSpPr/>
            <p:nvPr/>
          </p:nvSpPr>
          <p:spPr>
            <a:xfrm>
              <a:off x="1574377" y="831835"/>
              <a:ext cx="558799" cy="548167"/>
            </a:xfrm>
            <a:custGeom>
              <a:avLst/>
              <a:gdLst>
                <a:gd name="csX0" fmla="*/ 419100 w 987425"/>
                <a:gd name="csY0" fmla="*/ 0 h 860425"/>
                <a:gd name="csX1" fmla="*/ 422275 w 987425"/>
                <a:gd name="csY1" fmla="*/ 117475 h 860425"/>
                <a:gd name="csX2" fmla="*/ 431800 w 987425"/>
                <a:gd name="csY2" fmla="*/ 177800 h 860425"/>
                <a:gd name="csX3" fmla="*/ 428625 w 987425"/>
                <a:gd name="csY3" fmla="*/ 317500 h 860425"/>
                <a:gd name="csX4" fmla="*/ 422275 w 987425"/>
                <a:gd name="csY4" fmla="*/ 336550 h 860425"/>
                <a:gd name="csX5" fmla="*/ 403225 w 987425"/>
                <a:gd name="csY5" fmla="*/ 352425 h 860425"/>
                <a:gd name="csX6" fmla="*/ 393700 w 987425"/>
                <a:gd name="csY6" fmla="*/ 361950 h 860425"/>
                <a:gd name="csX7" fmla="*/ 384175 w 987425"/>
                <a:gd name="csY7" fmla="*/ 365125 h 860425"/>
                <a:gd name="csX8" fmla="*/ 374650 w 987425"/>
                <a:gd name="csY8" fmla="*/ 371475 h 860425"/>
                <a:gd name="csX9" fmla="*/ 355600 w 987425"/>
                <a:gd name="csY9" fmla="*/ 377825 h 860425"/>
                <a:gd name="csX10" fmla="*/ 292100 w 987425"/>
                <a:gd name="csY10" fmla="*/ 374650 h 860425"/>
                <a:gd name="csX11" fmla="*/ 273050 w 987425"/>
                <a:gd name="csY11" fmla="*/ 368300 h 860425"/>
                <a:gd name="csX12" fmla="*/ 254000 w 987425"/>
                <a:gd name="csY12" fmla="*/ 365125 h 860425"/>
                <a:gd name="csX13" fmla="*/ 222250 w 987425"/>
                <a:gd name="csY13" fmla="*/ 355600 h 860425"/>
                <a:gd name="csX14" fmla="*/ 203200 w 987425"/>
                <a:gd name="csY14" fmla="*/ 349250 h 860425"/>
                <a:gd name="csX15" fmla="*/ 193675 w 987425"/>
                <a:gd name="csY15" fmla="*/ 346075 h 860425"/>
                <a:gd name="csX16" fmla="*/ 184150 w 987425"/>
                <a:gd name="csY16" fmla="*/ 339725 h 860425"/>
                <a:gd name="csX17" fmla="*/ 165100 w 987425"/>
                <a:gd name="csY17" fmla="*/ 333375 h 860425"/>
                <a:gd name="csX18" fmla="*/ 155575 w 987425"/>
                <a:gd name="csY18" fmla="*/ 327025 h 860425"/>
                <a:gd name="csX19" fmla="*/ 136525 w 987425"/>
                <a:gd name="csY19" fmla="*/ 320675 h 860425"/>
                <a:gd name="csX20" fmla="*/ 107950 w 987425"/>
                <a:gd name="csY20" fmla="*/ 314325 h 860425"/>
                <a:gd name="csX21" fmla="*/ 79375 w 987425"/>
                <a:gd name="csY21" fmla="*/ 317500 h 860425"/>
                <a:gd name="csX22" fmla="*/ 50800 w 987425"/>
                <a:gd name="csY22" fmla="*/ 330200 h 860425"/>
                <a:gd name="csX23" fmla="*/ 31750 w 987425"/>
                <a:gd name="csY23" fmla="*/ 339725 h 860425"/>
                <a:gd name="csX24" fmla="*/ 25400 w 987425"/>
                <a:gd name="csY24" fmla="*/ 349250 h 860425"/>
                <a:gd name="csX25" fmla="*/ 9525 w 987425"/>
                <a:gd name="csY25" fmla="*/ 365125 h 860425"/>
                <a:gd name="csX26" fmla="*/ 3175 w 987425"/>
                <a:gd name="csY26" fmla="*/ 384175 h 860425"/>
                <a:gd name="csX27" fmla="*/ 0 w 987425"/>
                <a:gd name="csY27" fmla="*/ 393700 h 860425"/>
                <a:gd name="csX28" fmla="*/ 3175 w 987425"/>
                <a:gd name="csY28" fmla="*/ 466725 h 860425"/>
                <a:gd name="csX29" fmla="*/ 6350 w 987425"/>
                <a:gd name="csY29" fmla="*/ 476250 h 860425"/>
                <a:gd name="csX30" fmla="*/ 12700 w 987425"/>
                <a:gd name="csY30" fmla="*/ 485775 h 860425"/>
                <a:gd name="csX31" fmla="*/ 22225 w 987425"/>
                <a:gd name="csY31" fmla="*/ 504825 h 860425"/>
                <a:gd name="csX32" fmla="*/ 31750 w 987425"/>
                <a:gd name="csY32" fmla="*/ 511175 h 860425"/>
                <a:gd name="csX33" fmla="*/ 47625 w 987425"/>
                <a:gd name="csY33" fmla="*/ 527050 h 860425"/>
                <a:gd name="csX34" fmla="*/ 57150 w 987425"/>
                <a:gd name="csY34" fmla="*/ 536575 h 860425"/>
                <a:gd name="csX35" fmla="*/ 76200 w 987425"/>
                <a:gd name="csY35" fmla="*/ 542925 h 860425"/>
                <a:gd name="csX36" fmla="*/ 85725 w 987425"/>
                <a:gd name="csY36" fmla="*/ 546100 h 860425"/>
                <a:gd name="csX37" fmla="*/ 95250 w 987425"/>
                <a:gd name="csY37" fmla="*/ 549275 h 860425"/>
                <a:gd name="csX38" fmla="*/ 152400 w 987425"/>
                <a:gd name="csY38" fmla="*/ 542925 h 860425"/>
                <a:gd name="csX39" fmla="*/ 161925 w 987425"/>
                <a:gd name="csY39" fmla="*/ 536575 h 860425"/>
                <a:gd name="csX40" fmla="*/ 174625 w 987425"/>
                <a:gd name="csY40" fmla="*/ 517525 h 860425"/>
                <a:gd name="csX41" fmla="*/ 177800 w 987425"/>
                <a:gd name="csY41" fmla="*/ 508000 h 860425"/>
                <a:gd name="csX42" fmla="*/ 184150 w 987425"/>
                <a:gd name="csY42" fmla="*/ 498475 h 860425"/>
                <a:gd name="csX43" fmla="*/ 203200 w 987425"/>
                <a:gd name="csY43" fmla="*/ 492125 h 860425"/>
                <a:gd name="csX44" fmla="*/ 355600 w 987425"/>
                <a:gd name="csY44" fmla="*/ 495300 h 860425"/>
                <a:gd name="csX45" fmla="*/ 352425 w 987425"/>
                <a:gd name="csY45" fmla="*/ 504825 h 860425"/>
                <a:gd name="csX46" fmla="*/ 339725 w 987425"/>
                <a:gd name="csY46" fmla="*/ 523875 h 860425"/>
                <a:gd name="csX47" fmla="*/ 333375 w 987425"/>
                <a:gd name="csY47" fmla="*/ 533400 h 860425"/>
                <a:gd name="csX48" fmla="*/ 330200 w 987425"/>
                <a:gd name="csY48" fmla="*/ 542925 h 860425"/>
                <a:gd name="csX49" fmla="*/ 333375 w 987425"/>
                <a:gd name="csY49" fmla="*/ 561975 h 860425"/>
                <a:gd name="csX50" fmla="*/ 371475 w 987425"/>
                <a:gd name="csY50" fmla="*/ 581025 h 860425"/>
                <a:gd name="csX51" fmla="*/ 381000 w 987425"/>
                <a:gd name="csY51" fmla="*/ 584200 h 860425"/>
                <a:gd name="csX52" fmla="*/ 390525 w 987425"/>
                <a:gd name="csY52" fmla="*/ 587375 h 860425"/>
                <a:gd name="csX53" fmla="*/ 403225 w 987425"/>
                <a:gd name="csY53" fmla="*/ 615950 h 860425"/>
                <a:gd name="csX54" fmla="*/ 412750 w 987425"/>
                <a:gd name="csY54" fmla="*/ 647700 h 860425"/>
                <a:gd name="csX55" fmla="*/ 415925 w 987425"/>
                <a:gd name="csY55" fmla="*/ 666750 h 860425"/>
                <a:gd name="csX56" fmla="*/ 406400 w 987425"/>
                <a:gd name="csY56" fmla="*/ 708025 h 860425"/>
                <a:gd name="csX57" fmla="*/ 403225 w 987425"/>
                <a:gd name="csY57" fmla="*/ 717550 h 860425"/>
                <a:gd name="csX58" fmla="*/ 393700 w 987425"/>
                <a:gd name="csY58" fmla="*/ 736600 h 860425"/>
                <a:gd name="csX59" fmla="*/ 396875 w 987425"/>
                <a:gd name="csY59" fmla="*/ 812800 h 860425"/>
                <a:gd name="csX60" fmla="*/ 400050 w 987425"/>
                <a:gd name="csY60" fmla="*/ 822325 h 860425"/>
                <a:gd name="csX61" fmla="*/ 415925 w 987425"/>
                <a:gd name="csY61" fmla="*/ 838200 h 860425"/>
                <a:gd name="csX62" fmla="*/ 425450 w 987425"/>
                <a:gd name="csY62" fmla="*/ 841375 h 860425"/>
                <a:gd name="csX63" fmla="*/ 434975 w 987425"/>
                <a:gd name="csY63" fmla="*/ 847725 h 860425"/>
                <a:gd name="csX64" fmla="*/ 454025 w 987425"/>
                <a:gd name="csY64" fmla="*/ 854075 h 860425"/>
                <a:gd name="csX65" fmla="*/ 479425 w 987425"/>
                <a:gd name="csY65" fmla="*/ 860425 h 860425"/>
                <a:gd name="csX66" fmla="*/ 561975 w 987425"/>
                <a:gd name="csY66" fmla="*/ 857250 h 860425"/>
                <a:gd name="csX67" fmla="*/ 581025 w 987425"/>
                <a:gd name="csY67" fmla="*/ 850900 h 860425"/>
                <a:gd name="csX68" fmla="*/ 600075 w 987425"/>
                <a:gd name="csY68" fmla="*/ 838200 h 860425"/>
                <a:gd name="csX69" fmla="*/ 615950 w 987425"/>
                <a:gd name="csY69" fmla="*/ 819150 h 860425"/>
                <a:gd name="csX70" fmla="*/ 628650 w 987425"/>
                <a:gd name="csY70" fmla="*/ 800100 h 860425"/>
                <a:gd name="csX71" fmla="*/ 625475 w 987425"/>
                <a:gd name="csY71" fmla="*/ 742950 h 860425"/>
                <a:gd name="csX72" fmla="*/ 612775 w 987425"/>
                <a:gd name="csY72" fmla="*/ 714375 h 860425"/>
                <a:gd name="csX73" fmla="*/ 609600 w 987425"/>
                <a:gd name="csY73" fmla="*/ 704850 h 860425"/>
                <a:gd name="csX74" fmla="*/ 603250 w 987425"/>
                <a:gd name="csY74" fmla="*/ 695325 h 860425"/>
                <a:gd name="csX75" fmla="*/ 600075 w 987425"/>
                <a:gd name="csY75" fmla="*/ 685800 h 860425"/>
                <a:gd name="csX76" fmla="*/ 581025 w 987425"/>
                <a:gd name="csY76" fmla="*/ 647700 h 860425"/>
                <a:gd name="csX77" fmla="*/ 577850 w 987425"/>
                <a:gd name="csY77" fmla="*/ 638175 h 860425"/>
                <a:gd name="csX78" fmla="*/ 574675 w 987425"/>
                <a:gd name="csY78" fmla="*/ 628650 h 860425"/>
                <a:gd name="csX79" fmla="*/ 571500 w 987425"/>
                <a:gd name="csY79" fmla="*/ 600075 h 860425"/>
                <a:gd name="csX80" fmla="*/ 568325 w 987425"/>
                <a:gd name="csY80" fmla="*/ 574675 h 860425"/>
                <a:gd name="csX81" fmla="*/ 571500 w 987425"/>
                <a:gd name="csY81" fmla="*/ 514350 h 860425"/>
                <a:gd name="csX82" fmla="*/ 584200 w 987425"/>
                <a:gd name="csY82" fmla="*/ 485775 h 860425"/>
                <a:gd name="csX83" fmla="*/ 603250 w 987425"/>
                <a:gd name="csY83" fmla="*/ 479425 h 860425"/>
                <a:gd name="csX84" fmla="*/ 628650 w 987425"/>
                <a:gd name="csY84" fmla="*/ 482600 h 860425"/>
                <a:gd name="csX85" fmla="*/ 657225 w 987425"/>
                <a:gd name="csY85" fmla="*/ 488950 h 860425"/>
                <a:gd name="csX86" fmla="*/ 708025 w 987425"/>
                <a:gd name="csY86" fmla="*/ 495300 h 860425"/>
                <a:gd name="csX87" fmla="*/ 727075 w 987425"/>
                <a:gd name="csY87" fmla="*/ 501650 h 860425"/>
                <a:gd name="csX88" fmla="*/ 736600 w 987425"/>
                <a:gd name="csY88" fmla="*/ 508000 h 860425"/>
                <a:gd name="csX89" fmla="*/ 762000 w 987425"/>
                <a:gd name="csY89" fmla="*/ 511175 h 860425"/>
                <a:gd name="csX90" fmla="*/ 781050 w 987425"/>
                <a:gd name="csY90" fmla="*/ 514350 h 860425"/>
                <a:gd name="csX91" fmla="*/ 812800 w 987425"/>
                <a:gd name="csY91" fmla="*/ 523875 h 860425"/>
                <a:gd name="csX92" fmla="*/ 825500 w 987425"/>
                <a:gd name="csY92" fmla="*/ 527050 h 860425"/>
                <a:gd name="csX93" fmla="*/ 936625 w 987425"/>
                <a:gd name="csY93" fmla="*/ 517525 h 860425"/>
                <a:gd name="csX94" fmla="*/ 946150 w 987425"/>
                <a:gd name="csY94" fmla="*/ 514350 h 860425"/>
                <a:gd name="csX95" fmla="*/ 955675 w 987425"/>
                <a:gd name="csY95" fmla="*/ 508000 h 860425"/>
                <a:gd name="csX96" fmla="*/ 962025 w 987425"/>
                <a:gd name="csY96" fmla="*/ 498475 h 860425"/>
                <a:gd name="csX97" fmla="*/ 965200 w 987425"/>
                <a:gd name="csY97" fmla="*/ 488950 h 860425"/>
                <a:gd name="csX98" fmla="*/ 977900 w 987425"/>
                <a:gd name="csY98" fmla="*/ 469900 h 860425"/>
                <a:gd name="csX99" fmla="*/ 984250 w 987425"/>
                <a:gd name="csY99" fmla="*/ 460375 h 860425"/>
                <a:gd name="csX100" fmla="*/ 987425 w 987425"/>
                <a:gd name="csY100" fmla="*/ 450850 h 860425"/>
                <a:gd name="csX101" fmla="*/ 984250 w 987425"/>
                <a:gd name="csY101" fmla="*/ 390525 h 860425"/>
                <a:gd name="csX102" fmla="*/ 977900 w 987425"/>
                <a:gd name="csY102" fmla="*/ 371475 h 860425"/>
                <a:gd name="csX103" fmla="*/ 974725 w 987425"/>
                <a:gd name="csY103" fmla="*/ 361950 h 860425"/>
                <a:gd name="csX104" fmla="*/ 965200 w 987425"/>
                <a:gd name="csY104" fmla="*/ 342900 h 860425"/>
                <a:gd name="csX105" fmla="*/ 946150 w 987425"/>
                <a:gd name="csY105" fmla="*/ 330200 h 860425"/>
                <a:gd name="csX106" fmla="*/ 936625 w 987425"/>
                <a:gd name="csY106" fmla="*/ 323850 h 860425"/>
                <a:gd name="csX107" fmla="*/ 927100 w 987425"/>
                <a:gd name="csY107" fmla="*/ 317500 h 860425"/>
                <a:gd name="csX108" fmla="*/ 917575 w 987425"/>
                <a:gd name="csY108" fmla="*/ 311150 h 860425"/>
                <a:gd name="csX109" fmla="*/ 908050 w 987425"/>
                <a:gd name="csY109" fmla="*/ 307975 h 860425"/>
                <a:gd name="csX110" fmla="*/ 866775 w 987425"/>
                <a:gd name="csY110" fmla="*/ 311150 h 860425"/>
                <a:gd name="csX111" fmla="*/ 857250 w 987425"/>
                <a:gd name="csY111" fmla="*/ 314325 h 860425"/>
                <a:gd name="csX112" fmla="*/ 850900 w 987425"/>
                <a:gd name="csY112" fmla="*/ 323850 h 860425"/>
                <a:gd name="csX113" fmla="*/ 841375 w 987425"/>
                <a:gd name="csY113" fmla="*/ 330200 h 860425"/>
                <a:gd name="csX114" fmla="*/ 819150 w 987425"/>
                <a:gd name="csY114" fmla="*/ 358775 h 860425"/>
                <a:gd name="csX115" fmla="*/ 809625 w 987425"/>
                <a:gd name="csY115" fmla="*/ 361950 h 860425"/>
                <a:gd name="csX116" fmla="*/ 688975 w 987425"/>
                <a:gd name="csY116" fmla="*/ 358775 h 860425"/>
                <a:gd name="csX117" fmla="*/ 638175 w 987425"/>
                <a:gd name="csY117" fmla="*/ 352425 h 860425"/>
                <a:gd name="csX118" fmla="*/ 619125 w 987425"/>
                <a:gd name="csY118" fmla="*/ 346075 h 860425"/>
                <a:gd name="csX119" fmla="*/ 609600 w 987425"/>
                <a:gd name="csY119" fmla="*/ 342900 h 860425"/>
                <a:gd name="csX120" fmla="*/ 590550 w 987425"/>
                <a:gd name="csY120" fmla="*/ 330200 h 860425"/>
                <a:gd name="csX121" fmla="*/ 577850 w 987425"/>
                <a:gd name="csY121" fmla="*/ 311150 h 860425"/>
                <a:gd name="csX122" fmla="*/ 561975 w 987425"/>
                <a:gd name="csY122" fmla="*/ 263525 h 860425"/>
                <a:gd name="csX123" fmla="*/ 558800 w 987425"/>
                <a:gd name="csY123" fmla="*/ 254000 h 860425"/>
                <a:gd name="csX124" fmla="*/ 555625 w 987425"/>
                <a:gd name="csY124" fmla="*/ 244475 h 860425"/>
                <a:gd name="csX125" fmla="*/ 546100 w 987425"/>
                <a:gd name="csY125" fmla="*/ 206375 h 860425"/>
                <a:gd name="csX126" fmla="*/ 539750 w 987425"/>
                <a:gd name="csY126" fmla="*/ 174625 h 860425"/>
                <a:gd name="csX127" fmla="*/ 539750 w 987425"/>
                <a:gd name="csY127" fmla="*/ 136525 h 860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</a:cxnLst>
              <a:rect l="l" t="t" r="r" b="b"/>
              <a:pathLst>
                <a:path w="987425" h="860425">
                  <a:moveTo>
                    <a:pt x="419100" y="0"/>
                  </a:moveTo>
                  <a:cubicBezTo>
                    <a:pt x="420158" y="39158"/>
                    <a:pt x="419975" y="78370"/>
                    <a:pt x="422275" y="117475"/>
                  </a:cubicBezTo>
                  <a:cubicBezTo>
                    <a:pt x="423461" y="137629"/>
                    <a:pt x="427827" y="157935"/>
                    <a:pt x="431800" y="177800"/>
                  </a:cubicBezTo>
                  <a:cubicBezTo>
                    <a:pt x="430742" y="224367"/>
                    <a:pt x="431415" y="271005"/>
                    <a:pt x="428625" y="317500"/>
                  </a:cubicBezTo>
                  <a:cubicBezTo>
                    <a:pt x="428224" y="324181"/>
                    <a:pt x="427008" y="331817"/>
                    <a:pt x="422275" y="336550"/>
                  </a:cubicBezTo>
                  <a:cubicBezTo>
                    <a:pt x="394448" y="364377"/>
                    <a:pt x="429747" y="330323"/>
                    <a:pt x="403225" y="352425"/>
                  </a:cubicBezTo>
                  <a:cubicBezTo>
                    <a:pt x="399776" y="355300"/>
                    <a:pt x="397436" y="359459"/>
                    <a:pt x="393700" y="361950"/>
                  </a:cubicBezTo>
                  <a:cubicBezTo>
                    <a:pt x="390915" y="363806"/>
                    <a:pt x="387168" y="363628"/>
                    <a:pt x="384175" y="365125"/>
                  </a:cubicBezTo>
                  <a:cubicBezTo>
                    <a:pt x="380762" y="366832"/>
                    <a:pt x="378137" y="369925"/>
                    <a:pt x="374650" y="371475"/>
                  </a:cubicBezTo>
                  <a:cubicBezTo>
                    <a:pt x="368533" y="374193"/>
                    <a:pt x="355600" y="377825"/>
                    <a:pt x="355600" y="377825"/>
                  </a:cubicBezTo>
                  <a:cubicBezTo>
                    <a:pt x="334433" y="376767"/>
                    <a:pt x="313153" y="377079"/>
                    <a:pt x="292100" y="374650"/>
                  </a:cubicBezTo>
                  <a:cubicBezTo>
                    <a:pt x="285451" y="373883"/>
                    <a:pt x="279652" y="369400"/>
                    <a:pt x="273050" y="368300"/>
                  </a:cubicBezTo>
                  <a:cubicBezTo>
                    <a:pt x="266700" y="367242"/>
                    <a:pt x="260313" y="366388"/>
                    <a:pt x="254000" y="365125"/>
                  </a:cubicBezTo>
                  <a:cubicBezTo>
                    <a:pt x="242004" y="362726"/>
                    <a:pt x="234399" y="359650"/>
                    <a:pt x="222250" y="355600"/>
                  </a:cubicBezTo>
                  <a:lnTo>
                    <a:pt x="203200" y="349250"/>
                  </a:lnTo>
                  <a:cubicBezTo>
                    <a:pt x="200025" y="348192"/>
                    <a:pt x="196460" y="347931"/>
                    <a:pt x="193675" y="346075"/>
                  </a:cubicBezTo>
                  <a:cubicBezTo>
                    <a:pt x="190500" y="343958"/>
                    <a:pt x="187637" y="341275"/>
                    <a:pt x="184150" y="339725"/>
                  </a:cubicBezTo>
                  <a:cubicBezTo>
                    <a:pt x="178033" y="337007"/>
                    <a:pt x="170669" y="337088"/>
                    <a:pt x="165100" y="333375"/>
                  </a:cubicBezTo>
                  <a:cubicBezTo>
                    <a:pt x="161925" y="331258"/>
                    <a:pt x="159062" y="328575"/>
                    <a:pt x="155575" y="327025"/>
                  </a:cubicBezTo>
                  <a:cubicBezTo>
                    <a:pt x="149458" y="324307"/>
                    <a:pt x="142875" y="322792"/>
                    <a:pt x="136525" y="320675"/>
                  </a:cubicBezTo>
                  <a:cubicBezTo>
                    <a:pt x="120893" y="315464"/>
                    <a:pt x="130301" y="318050"/>
                    <a:pt x="107950" y="314325"/>
                  </a:cubicBezTo>
                  <a:cubicBezTo>
                    <a:pt x="98425" y="315383"/>
                    <a:pt x="88773" y="315620"/>
                    <a:pt x="79375" y="317500"/>
                  </a:cubicBezTo>
                  <a:cubicBezTo>
                    <a:pt x="52071" y="322961"/>
                    <a:pt x="68536" y="321332"/>
                    <a:pt x="50800" y="330200"/>
                  </a:cubicBezTo>
                  <a:cubicBezTo>
                    <a:pt x="24510" y="343345"/>
                    <a:pt x="59047" y="321527"/>
                    <a:pt x="31750" y="339725"/>
                  </a:cubicBezTo>
                  <a:cubicBezTo>
                    <a:pt x="29633" y="342900"/>
                    <a:pt x="28098" y="346552"/>
                    <a:pt x="25400" y="349250"/>
                  </a:cubicBezTo>
                  <a:cubicBezTo>
                    <a:pt x="14393" y="360257"/>
                    <a:pt x="16298" y="349885"/>
                    <a:pt x="9525" y="365125"/>
                  </a:cubicBezTo>
                  <a:cubicBezTo>
                    <a:pt x="6807" y="371242"/>
                    <a:pt x="5292" y="377825"/>
                    <a:pt x="3175" y="384175"/>
                  </a:cubicBezTo>
                  <a:lnTo>
                    <a:pt x="0" y="393700"/>
                  </a:lnTo>
                  <a:cubicBezTo>
                    <a:pt x="1058" y="418042"/>
                    <a:pt x="1306" y="442432"/>
                    <a:pt x="3175" y="466725"/>
                  </a:cubicBezTo>
                  <a:cubicBezTo>
                    <a:pt x="3432" y="470062"/>
                    <a:pt x="4853" y="473257"/>
                    <a:pt x="6350" y="476250"/>
                  </a:cubicBezTo>
                  <a:cubicBezTo>
                    <a:pt x="8057" y="479663"/>
                    <a:pt x="10993" y="482362"/>
                    <a:pt x="12700" y="485775"/>
                  </a:cubicBezTo>
                  <a:cubicBezTo>
                    <a:pt x="17865" y="496104"/>
                    <a:pt x="13126" y="495726"/>
                    <a:pt x="22225" y="504825"/>
                  </a:cubicBezTo>
                  <a:cubicBezTo>
                    <a:pt x="24923" y="507523"/>
                    <a:pt x="28575" y="509058"/>
                    <a:pt x="31750" y="511175"/>
                  </a:cubicBezTo>
                  <a:cubicBezTo>
                    <a:pt x="43392" y="528638"/>
                    <a:pt x="31750" y="513821"/>
                    <a:pt x="47625" y="527050"/>
                  </a:cubicBezTo>
                  <a:cubicBezTo>
                    <a:pt x="51074" y="529925"/>
                    <a:pt x="53225" y="534394"/>
                    <a:pt x="57150" y="536575"/>
                  </a:cubicBezTo>
                  <a:cubicBezTo>
                    <a:pt x="63001" y="539826"/>
                    <a:pt x="69850" y="540808"/>
                    <a:pt x="76200" y="542925"/>
                  </a:cubicBezTo>
                  <a:lnTo>
                    <a:pt x="85725" y="546100"/>
                  </a:lnTo>
                  <a:lnTo>
                    <a:pt x="95250" y="549275"/>
                  </a:lnTo>
                  <a:cubicBezTo>
                    <a:pt x="101200" y="548878"/>
                    <a:pt x="137250" y="550500"/>
                    <a:pt x="152400" y="542925"/>
                  </a:cubicBezTo>
                  <a:cubicBezTo>
                    <a:pt x="155813" y="541218"/>
                    <a:pt x="158750" y="538692"/>
                    <a:pt x="161925" y="536575"/>
                  </a:cubicBezTo>
                  <a:cubicBezTo>
                    <a:pt x="166158" y="530225"/>
                    <a:pt x="172212" y="524765"/>
                    <a:pt x="174625" y="517525"/>
                  </a:cubicBezTo>
                  <a:cubicBezTo>
                    <a:pt x="175683" y="514350"/>
                    <a:pt x="176303" y="510993"/>
                    <a:pt x="177800" y="508000"/>
                  </a:cubicBezTo>
                  <a:cubicBezTo>
                    <a:pt x="179507" y="504587"/>
                    <a:pt x="180914" y="500497"/>
                    <a:pt x="184150" y="498475"/>
                  </a:cubicBezTo>
                  <a:cubicBezTo>
                    <a:pt x="189826" y="494927"/>
                    <a:pt x="203200" y="492125"/>
                    <a:pt x="203200" y="492125"/>
                  </a:cubicBezTo>
                  <a:lnTo>
                    <a:pt x="355600" y="495300"/>
                  </a:lnTo>
                  <a:cubicBezTo>
                    <a:pt x="358935" y="495584"/>
                    <a:pt x="354050" y="501899"/>
                    <a:pt x="352425" y="504825"/>
                  </a:cubicBezTo>
                  <a:cubicBezTo>
                    <a:pt x="348719" y="511496"/>
                    <a:pt x="343958" y="517525"/>
                    <a:pt x="339725" y="523875"/>
                  </a:cubicBezTo>
                  <a:cubicBezTo>
                    <a:pt x="337608" y="527050"/>
                    <a:pt x="334582" y="529780"/>
                    <a:pt x="333375" y="533400"/>
                  </a:cubicBezTo>
                  <a:lnTo>
                    <a:pt x="330200" y="542925"/>
                  </a:lnTo>
                  <a:cubicBezTo>
                    <a:pt x="331258" y="549275"/>
                    <a:pt x="329683" y="556701"/>
                    <a:pt x="333375" y="561975"/>
                  </a:cubicBezTo>
                  <a:cubicBezTo>
                    <a:pt x="340868" y="572679"/>
                    <a:pt x="360206" y="577269"/>
                    <a:pt x="371475" y="581025"/>
                  </a:cubicBezTo>
                  <a:lnTo>
                    <a:pt x="381000" y="584200"/>
                  </a:lnTo>
                  <a:lnTo>
                    <a:pt x="390525" y="587375"/>
                  </a:lnTo>
                  <a:cubicBezTo>
                    <a:pt x="400588" y="602469"/>
                    <a:pt x="395668" y="593280"/>
                    <a:pt x="403225" y="615950"/>
                  </a:cubicBezTo>
                  <a:cubicBezTo>
                    <a:pt x="406734" y="626476"/>
                    <a:pt x="410567" y="636786"/>
                    <a:pt x="412750" y="647700"/>
                  </a:cubicBezTo>
                  <a:cubicBezTo>
                    <a:pt x="414013" y="654013"/>
                    <a:pt x="414867" y="660400"/>
                    <a:pt x="415925" y="666750"/>
                  </a:cubicBezTo>
                  <a:cubicBezTo>
                    <a:pt x="411803" y="695601"/>
                    <a:pt x="415117" y="681875"/>
                    <a:pt x="406400" y="708025"/>
                  </a:cubicBezTo>
                  <a:cubicBezTo>
                    <a:pt x="405342" y="711200"/>
                    <a:pt x="405081" y="714765"/>
                    <a:pt x="403225" y="717550"/>
                  </a:cubicBezTo>
                  <a:cubicBezTo>
                    <a:pt x="395019" y="729860"/>
                    <a:pt x="398082" y="723455"/>
                    <a:pt x="393700" y="736600"/>
                  </a:cubicBezTo>
                  <a:cubicBezTo>
                    <a:pt x="394758" y="762000"/>
                    <a:pt x="394997" y="787447"/>
                    <a:pt x="396875" y="812800"/>
                  </a:cubicBezTo>
                  <a:cubicBezTo>
                    <a:pt x="397122" y="816138"/>
                    <a:pt x="398553" y="819332"/>
                    <a:pt x="400050" y="822325"/>
                  </a:cubicBezTo>
                  <a:cubicBezTo>
                    <a:pt x="404283" y="830792"/>
                    <a:pt x="407458" y="833967"/>
                    <a:pt x="415925" y="838200"/>
                  </a:cubicBezTo>
                  <a:cubicBezTo>
                    <a:pt x="418918" y="839697"/>
                    <a:pt x="422457" y="839878"/>
                    <a:pt x="425450" y="841375"/>
                  </a:cubicBezTo>
                  <a:cubicBezTo>
                    <a:pt x="428863" y="843082"/>
                    <a:pt x="431488" y="846175"/>
                    <a:pt x="434975" y="847725"/>
                  </a:cubicBezTo>
                  <a:cubicBezTo>
                    <a:pt x="441092" y="850443"/>
                    <a:pt x="447675" y="851958"/>
                    <a:pt x="454025" y="854075"/>
                  </a:cubicBezTo>
                  <a:cubicBezTo>
                    <a:pt x="468670" y="858957"/>
                    <a:pt x="460268" y="856594"/>
                    <a:pt x="479425" y="860425"/>
                  </a:cubicBezTo>
                  <a:cubicBezTo>
                    <a:pt x="506942" y="859367"/>
                    <a:pt x="534558" y="859820"/>
                    <a:pt x="561975" y="857250"/>
                  </a:cubicBezTo>
                  <a:cubicBezTo>
                    <a:pt x="568639" y="856625"/>
                    <a:pt x="575456" y="854613"/>
                    <a:pt x="581025" y="850900"/>
                  </a:cubicBezTo>
                  <a:lnTo>
                    <a:pt x="600075" y="838200"/>
                  </a:lnTo>
                  <a:cubicBezTo>
                    <a:pt x="622766" y="804163"/>
                    <a:pt x="587429" y="855820"/>
                    <a:pt x="615950" y="819150"/>
                  </a:cubicBezTo>
                  <a:cubicBezTo>
                    <a:pt x="620635" y="813126"/>
                    <a:pt x="628650" y="800100"/>
                    <a:pt x="628650" y="800100"/>
                  </a:cubicBezTo>
                  <a:cubicBezTo>
                    <a:pt x="627592" y="781050"/>
                    <a:pt x="627842" y="761882"/>
                    <a:pt x="625475" y="742950"/>
                  </a:cubicBezTo>
                  <a:cubicBezTo>
                    <a:pt x="622745" y="721107"/>
                    <a:pt x="620086" y="728998"/>
                    <a:pt x="612775" y="714375"/>
                  </a:cubicBezTo>
                  <a:cubicBezTo>
                    <a:pt x="611278" y="711382"/>
                    <a:pt x="611097" y="707843"/>
                    <a:pt x="609600" y="704850"/>
                  </a:cubicBezTo>
                  <a:cubicBezTo>
                    <a:pt x="607893" y="701437"/>
                    <a:pt x="604957" y="698738"/>
                    <a:pt x="603250" y="695325"/>
                  </a:cubicBezTo>
                  <a:cubicBezTo>
                    <a:pt x="601753" y="692332"/>
                    <a:pt x="601700" y="688726"/>
                    <a:pt x="600075" y="685800"/>
                  </a:cubicBezTo>
                  <a:cubicBezTo>
                    <a:pt x="579559" y="648871"/>
                    <a:pt x="593387" y="684786"/>
                    <a:pt x="581025" y="647700"/>
                  </a:cubicBezTo>
                  <a:lnTo>
                    <a:pt x="577850" y="638175"/>
                  </a:lnTo>
                  <a:lnTo>
                    <a:pt x="574675" y="628650"/>
                  </a:lnTo>
                  <a:cubicBezTo>
                    <a:pt x="573617" y="619125"/>
                    <a:pt x="572620" y="609593"/>
                    <a:pt x="571500" y="600075"/>
                  </a:cubicBezTo>
                  <a:cubicBezTo>
                    <a:pt x="570503" y="591601"/>
                    <a:pt x="568325" y="583208"/>
                    <a:pt x="568325" y="574675"/>
                  </a:cubicBezTo>
                  <a:cubicBezTo>
                    <a:pt x="568325" y="554539"/>
                    <a:pt x="569101" y="534343"/>
                    <a:pt x="571500" y="514350"/>
                  </a:cubicBezTo>
                  <a:cubicBezTo>
                    <a:pt x="571825" y="511645"/>
                    <a:pt x="578260" y="489487"/>
                    <a:pt x="584200" y="485775"/>
                  </a:cubicBezTo>
                  <a:cubicBezTo>
                    <a:pt x="589876" y="482227"/>
                    <a:pt x="603250" y="479425"/>
                    <a:pt x="603250" y="479425"/>
                  </a:cubicBezTo>
                  <a:cubicBezTo>
                    <a:pt x="611717" y="480483"/>
                    <a:pt x="620234" y="481197"/>
                    <a:pt x="628650" y="482600"/>
                  </a:cubicBezTo>
                  <a:cubicBezTo>
                    <a:pt x="658831" y="487630"/>
                    <a:pt x="621928" y="484244"/>
                    <a:pt x="657225" y="488950"/>
                  </a:cubicBezTo>
                  <a:cubicBezTo>
                    <a:pt x="671419" y="490843"/>
                    <a:pt x="692986" y="491540"/>
                    <a:pt x="708025" y="495300"/>
                  </a:cubicBezTo>
                  <a:cubicBezTo>
                    <a:pt x="714519" y="496923"/>
                    <a:pt x="721506" y="497937"/>
                    <a:pt x="727075" y="501650"/>
                  </a:cubicBezTo>
                  <a:cubicBezTo>
                    <a:pt x="730250" y="503767"/>
                    <a:pt x="732919" y="506996"/>
                    <a:pt x="736600" y="508000"/>
                  </a:cubicBezTo>
                  <a:cubicBezTo>
                    <a:pt x="744832" y="510245"/>
                    <a:pt x="753553" y="509968"/>
                    <a:pt x="762000" y="511175"/>
                  </a:cubicBezTo>
                  <a:cubicBezTo>
                    <a:pt x="768373" y="512085"/>
                    <a:pt x="774737" y="513087"/>
                    <a:pt x="781050" y="514350"/>
                  </a:cubicBezTo>
                  <a:cubicBezTo>
                    <a:pt x="806246" y="519389"/>
                    <a:pt x="780403" y="515776"/>
                    <a:pt x="812800" y="523875"/>
                  </a:cubicBezTo>
                  <a:lnTo>
                    <a:pt x="825500" y="527050"/>
                  </a:lnTo>
                  <a:cubicBezTo>
                    <a:pt x="924265" y="523644"/>
                    <a:pt x="888441" y="533586"/>
                    <a:pt x="936625" y="517525"/>
                  </a:cubicBezTo>
                  <a:cubicBezTo>
                    <a:pt x="939800" y="516467"/>
                    <a:pt x="943365" y="516206"/>
                    <a:pt x="946150" y="514350"/>
                  </a:cubicBezTo>
                  <a:lnTo>
                    <a:pt x="955675" y="508000"/>
                  </a:lnTo>
                  <a:cubicBezTo>
                    <a:pt x="957792" y="504825"/>
                    <a:pt x="960318" y="501888"/>
                    <a:pt x="962025" y="498475"/>
                  </a:cubicBezTo>
                  <a:cubicBezTo>
                    <a:pt x="963522" y="495482"/>
                    <a:pt x="963575" y="491876"/>
                    <a:pt x="965200" y="488950"/>
                  </a:cubicBezTo>
                  <a:cubicBezTo>
                    <a:pt x="968906" y="482279"/>
                    <a:pt x="973667" y="476250"/>
                    <a:pt x="977900" y="469900"/>
                  </a:cubicBezTo>
                  <a:cubicBezTo>
                    <a:pt x="980017" y="466725"/>
                    <a:pt x="983043" y="463995"/>
                    <a:pt x="984250" y="460375"/>
                  </a:cubicBezTo>
                  <a:lnTo>
                    <a:pt x="987425" y="450850"/>
                  </a:lnTo>
                  <a:cubicBezTo>
                    <a:pt x="986367" y="430742"/>
                    <a:pt x="986649" y="410518"/>
                    <a:pt x="984250" y="390525"/>
                  </a:cubicBezTo>
                  <a:cubicBezTo>
                    <a:pt x="983453" y="383879"/>
                    <a:pt x="980017" y="377825"/>
                    <a:pt x="977900" y="371475"/>
                  </a:cubicBezTo>
                  <a:lnTo>
                    <a:pt x="974725" y="361950"/>
                  </a:lnTo>
                  <a:cubicBezTo>
                    <a:pt x="972460" y="355156"/>
                    <a:pt x="970993" y="347969"/>
                    <a:pt x="965200" y="342900"/>
                  </a:cubicBezTo>
                  <a:cubicBezTo>
                    <a:pt x="959457" y="337874"/>
                    <a:pt x="952500" y="334433"/>
                    <a:pt x="946150" y="330200"/>
                  </a:cubicBezTo>
                  <a:lnTo>
                    <a:pt x="936625" y="323850"/>
                  </a:lnTo>
                  <a:lnTo>
                    <a:pt x="927100" y="317500"/>
                  </a:lnTo>
                  <a:cubicBezTo>
                    <a:pt x="923925" y="315383"/>
                    <a:pt x="921195" y="312357"/>
                    <a:pt x="917575" y="311150"/>
                  </a:cubicBezTo>
                  <a:lnTo>
                    <a:pt x="908050" y="307975"/>
                  </a:lnTo>
                  <a:cubicBezTo>
                    <a:pt x="894292" y="309033"/>
                    <a:pt x="880467" y="309438"/>
                    <a:pt x="866775" y="311150"/>
                  </a:cubicBezTo>
                  <a:cubicBezTo>
                    <a:pt x="863454" y="311565"/>
                    <a:pt x="859863" y="312234"/>
                    <a:pt x="857250" y="314325"/>
                  </a:cubicBezTo>
                  <a:cubicBezTo>
                    <a:pt x="854270" y="316709"/>
                    <a:pt x="853598" y="321152"/>
                    <a:pt x="850900" y="323850"/>
                  </a:cubicBezTo>
                  <a:cubicBezTo>
                    <a:pt x="848202" y="326548"/>
                    <a:pt x="844550" y="328083"/>
                    <a:pt x="841375" y="330200"/>
                  </a:cubicBezTo>
                  <a:cubicBezTo>
                    <a:pt x="836329" y="337769"/>
                    <a:pt x="828103" y="352806"/>
                    <a:pt x="819150" y="358775"/>
                  </a:cubicBezTo>
                  <a:cubicBezTo>
                    <a:pt x="816365" y="360631"/>
                    <a:pt x="812800" y="360892"/>
                    <a:pt x="809625" y="361950"/>
                  </a:cubicBezTo>
                  <a:cubicBezTo>
                    <a:pt x="769408" y="360892"/>
                    <a:pt x="729144" y="361007"/>
                    <a:pt x="688975" y="358775"/>
                  </a:cubicBezTo>
                  <a:cubicBezTo>
                    <a:pt x="671936" y="357828"/>
                    <a:pt x="638175" y="352425"/>
                    <a:pt x="638175" y="352425"/>
                  </a:cubicBezTo>
                  <a:lnTo>
                    <a:pt x="619125" y="346075"/>
                  </a:lnTo>
                  <a:cubicBezTo>
                    <a:pt x="615950" y="345017"/>
                    <a:pt x="612385" y="344756"/>
                    <a:pt x="609600" y="342900"/>
                  </a:cubicBezTo>
                  <a:lnTo>
                    <a:pt x="590550" y="330200"/>
                  </a:lnTo>
                  <a:cubicBezTo>
                    <a:pt x="586317" y="323850"/>
                    <a:pt x="580263" y="318390"/>
                    <a:pt x="577850" y="311150"/>
                  </a:cubicBezTo>
                  <a:lnTo>
                    <a:pt x="561975" y="263525"/>
                  </a:lnTo>
                  <a:lnTo>
                    <a:pt x="558800" y="254000"/>
                  </a:lnTo>
                  <a:cubicBezTo>
                    <a:pt x="557742" y="250825"/>
                    <a:pt x="556437" y="247722"/>
                    <a:pt x="555625" y="244475"/>
                  </a:cubicBezTo>
                  <a:lnTo>
                    <a:pt x="546100" y="206375"/>
                  </a:lnTo>
                  <a:cubicBezTo>
                    <a:pt x="543625" y="196476"/>
                    <a:pt x="540306" y="184634"/>
                    <a:pt x="539750" y="174625"/>
                  </a:cubicBezTo>
                  <a:cubicBezTo>
                    <a:pt x="539046" y="161945"/>
                    <a:pt x="539750" y="149225"/>
                    <a:pt x="539750" y="136525"/>
                  </a:cubicBezTo>
                </a:path>
              </a:pathLst>
            </a:cu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EAFF6563-3FFA-E0D1-1255-2B51D24BDFA5}"/>
              </a:ext>
            </a:extLst>
          </p:cNvPr>
          <p:cNvGrpSpPr/>
          <p:nvPr/>
        </p:nvGrpSpPr>
        <p:grpSpPr>
          <a:xfrm>
            <a:off x="2280921" y="1727941"/>
            <a:ext cx="591672" cy="658601"/>
            <a:chOff x="825999" y="751842"/>
            <a:chExt cx="591672" cy="658601"/>
          </a:xfrm>
        </p:grpSpPr>
        <p:sp>
          <p:nvSpPr>
            <p:cNvPr id="53" name="Shape 135">
              <a:extLst>
                <a:ext uri="{FF2B5EF4-FFF2-40B4-BE49-F238E27FC236}">
                  <a16:creationId xmlns:a16="http://schemas.microsoft.com/office/drawing/2014/main" id="{8A54DF28-C5F2-47E8-C112-D81842F6DB89}"/>
                </a:ext>
              </a:extLst>
            </p:cNvPr>
            <p:cNvSpPr/>
            <p:nvPr/>
          </p:nvSpPr>
          <p:spPr>
            <a:xfrm>
              <a:off x="1016554" y="751842"/>
              <a:ext cx="131037" cy="137071"/>
            </a:xfrm>
            <a:prstGeom prst="ellipse">
              <a:avLst/>
            </a:prstGeom>
            <a:solidFill>
              <a:schemeClr val="accent2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62C7ADEE-7283-3182-04B6-A8BC99FEB072}"/>
                </a:ext>
              </a:extLst>
            </p:cNvPr>
            <p:cNvSpPr/>
            <p:nvPr/>
          </p:nvSpPr>
          <p:spPr>
            <a:xfrm>
              <a:off x="825999" y="888602"/>
              <a:ext cx="591672" cy="521841"/>
            </a:xfrm>
            <a:custGeom>
              <a:avLst/>
              <a:gdLst>
                <a:gd name="csX0" fmla="*/ 419100 w 987425"/>
                <a:gd name="csY0" fmla="*/ 0 h 860425"/>
                <a:gd name="csX1" fmla="*/ 422275 w 987425"/>
                <a:gd name="csY1" fmla="*/ 117475 h 860425"/>
                <a:gd name="csX2" fmla="*/ 431800 w 987425"/>
                <a:gd name="csY2" fmla="*/ 177800 h 860425"/>
                <a:gd name="csX3" fmla="*/ 428625 w 987425"/>
                <a:gd name="csY3" fmla="*/ 317500 h 860425"/>
                <a:gd name="csX4" fmla="*/ 422275 w 987425"/>
                <a:gd name="csY4" fmla="*/ 336550 h 860425"/>
                <a:gd name="csX5" fmla="*/ 403225 w 987425"/>
                <a:gd name="csY5" fmla="*/ 352425 h 860425"/>
                <a:gd name="csX6" fmla="*/ 393700 w 987425"/>
                <a:gd name="csY6" fmla="*/ 361950 h 860425"/>
                <a:gd name="csX7" fmla="*/ 384175 w 987425"/>
                <a:gd name="csY7" fmla="*/ 365125 h 860425"/>
                <a:gd name="csX8" fmla="*/ 374650 w 987425"/>
                <a:gd name="csY8" fmla="*/ 371475 h 860425"/>
                <a:gd name="csX9" fmla="*/ 355600 w 987425"/>
                <a:gd name="csY9" fmla="*/ 377825 h 860425"/>
                <a:gd name="csX10" fmla="*/ 292100 w 987425"/>
                <a:gd name="csY10" fmla="*/ 374650 h 860425"/>
                <a:gd name="csX11" fmla="*/ 273050 w 987425"/>
                <a:gd name="csY11" fmla="*/ 368300 h 860425"/>
                <a:gd name="csX12" fmla="*/ 254000 w 987425"/>
                <a:gd name="csY12" fmla="*/ 365125 h 860425"/>
                <a:gd name="csX13" fmla="*/ 222250 w 987425"/>
                <a:gd name="csY13" fmla="*/ 355600 h 860425"/>
                <a:gd name="csX14" fmla="*/ 203200 w 987425"/>
                <a:gd name="csY14" fmla="*/ 349250 h 860425"/>
                <a:gd name="csX15" fmla="*/ 193675 w 987425"/>
                <a:gd name="csY15" fmla="*/ 346075 h 860425"/>
                <a:gd name="csX16" fmla="*/ 184150 w 987425"/>
                <a:gd name="csY16" fmla="*/ 339725 h 860425"/>
                <a:gd name="csX17" fmla="*/ 165100 w 987425"/>
                <a:gd name="csY17" fmla="*/ 333375 h 860425"/>
                <a:gd name="csX18" fmla="*/ 155575 w 987425"/>
                <a:gd name="csY18" fmla="*/ 327025 h 860425"/>
                <a:gd name="csX19" fmla="*/ 136525 w 987425"/>
                <a:gd name="csY19" fmla="*/ 320675 h 860425"/>
                <a:gd name="csX20" fmla="*/ 107950 w 987425"/>
                <a:gd name="csY20" fmla="*/ 314325 h 860425"/>
                <a:gd name="csX21" fmla="*/ 79375 w 987425"/>
                <a:gd name="csY21" fmla="*/ 317500 h 860425"/>
                <a:gd name="csX22" fmla="*/ 50800 w 987425"/>
                <a:gd name="csY22" fmla="*/ 330200 h 860425"/>
                <a:gd name="csX23" fmla="*/ 31750 w 987425"/>
                <a:gd name="csY23" fmla="*/ 339725 h 860425"/>
                <a:gd name="csX24" fmla="*/ 25400 w 987425"/>
                <a:gd name="csY24" fmla="*/ 349250 h 860425"/>
                <a:gd name="csX25" fmla="*/ 9525 w 987425"/>
                <a:gd name="csY25" fmla="*/ 365125 h 860425"/>
                <a:gd name="csX26" fmla="*/ 3175 w 987425"/>
                <a:gd name="csY26" fmla="*/ 384175 h 860425"/>
                <a:gd name="csX27" fmla="*/ 0 w 987425"/>
                <a:gd name="csY27" fmla="*/ 393700 h 860425"/>
                <a:gd name="csX28" fmla="*/ 3175 w 987425"/>
                <a:gd name="csY28" fmla="*/ 466725 h 860425"/>
                <a:gd name="csX29" fmla="*/ 6350 w 987425"/>
                <a:gd name="csY29" fmla="*/ 476250 h 860425"/>
                <a:gd name="csX30" fmla="*/ 12700 w 987425"/>
                <a:gd name="csY30" fmla="*/ 485775 h 860425"/>
                <a:gd name="csX31" fmla="*/ 22225 w 987425"/>
                <a:gd name="csY31" fmla="*/ 504825 h 860425"/>
                <a:gd name="csX32" fmla="*/ 31750 w 987425"/>
                <a:gd name="csY32" fmla="*/ 511175 h 860425"/>
                <a:gd name="csX33" fmla="*/ 47625 w 987425"/>
                <a:gd name="csY33" fmla="*/ 527050 h 860425"/>
                <a:gd name="csX34" fmla="*/ 57150 w 987425"/>
                <a:gd name="csY34" fmla="*/ 536575 h 860425"/>
                <a:gd name="csX35" fmla="*/ 76200 w 987425"/>
                <a:gd name="csY35" fmla="*/ 542925 h 860425"/>
                <a:gd name="csX36" fmla="*/ 85725 w 987425"/>
                <a:gd name="csY36" fmla="*/ 546100 h 860425"/>
                <a:gd name="csX37" fmla="*/ 95250 w 987425"/>
                <a:gd name="csY37" fmla="*/ 549275 h 860425"/>
                <a:gd name="csX38" fmla="*/ 152400 w 987425"/>
                <a:gd name="csY38" fmla="*/ 542925 h 860425"/>
                <a:gd name="csX39" fmla="*/ 161925 w 987425"/>
                <a:gd name="csY39" fmla="*/ 536575 h 860425"/>
                <a:gd name="csX40" fmla="*/ 174625 w 987425"/>
                <a:gd name="csY40" fmla="*/ 517525 h 860425"/>
                <a:gd name="csX41" fmla="*/ 177800 w 987425"/>
                <a:gd name="csY41" fmla="*/ 508000 h 860425"/>
                <a:gd name="csX42" fmla="*/ 184150 w 987425"/>
                <a:gd name="csY42" fmla="*/ 498475 h 860425"/>
                <a:gd name="csX43" fmla="*/ 203200 w 987425"/>
                <a:gd name="csY43" fmla="*/ 492125 h 860425"/>
                <a:gd name="csX44" fmla="*/ 355600 w 987425"/>
                <a:gd name="csY44" fmla="*/ 495300 h 860425"/>
                <a:gd name="csX45" fmla="*/ 352425 w 987425"/>
                <a:gd name="csY45" fmla="*/ 504825 h 860425"/>
                <a:gd name="csX46" fmla="*/ 339725 w 987425"/>
                <a:gd name="csY46" fmla="*/ 523875 h 860425"/>
                <a:gd name="csX47" fmla="*/ 333375 w 987425"/>
                <a:gd name="csY47" fmla="*/ 533400 h 860425"/>
                <a:gd name="csX48" fmla="*/ 330200 w 987425"/>
                <a:gd name="csY48" fmla="*/ 542925 h 860425"/>
                <a:gd name="csX49" fmla="*/ 333375 w 987425"/>
                <a:gd name="csY49" fmla="*/ 561975 h 860425"/>
                <a:gd name="csX50" fmla="*/ 371475 w 987425"/>
                <a:gd name="csY50" fmla="*/ 581025 h 860425"/>
                <a:gd name="csX51" fmla="*/ 381000 w 987425"/>
                <a:gd name="csY51" fmla="*/ 584200 h 860425"/>
                <a:gd name="csX52" fmla="*/ 390525 w 987425"/>
                <a:gd name="csY52" fmla="*/ 587375 h 860425"/>
                <a:gd name="csX53" fmla="*/ 403225 w 987425"/>
                <a:gd name="csY53" fmla="*/ 615950 h 860425"/>
                <a:gd name="csX54" fmla="*/ 412750 w 987425"/>
                <a:gd name="csY54" fmla="*/ 647700 h 860425"/>
                <a:gd name="csX55" fmla="*/ 415925 w 987425"/>
                <a:gd name="csY55" fmla="*/ 666750 h 860425"/>
                <a:gd name="csX56" fmla="*/ 406400 w 987425"/>
                <a:gd name="csY56" fmla="*/ 708025 h 860425"/>
                <a:gd name="csX57" fmla="*/ 403225 w 987425"/>
                <a:gd name="csY57" fmla="*/ 717550 h 860425"/>
                <a:gd name="csX58" fmla="*/ 393700 w 987425"/>
                <a:gd name="csY58" fmla="*/ 736600 h 860425"/>
                <a:gd name="csX59" fmla="*/ 396875 w 987425"/>
                <a:gd name="csY59" fmla="*/ 812800 h 860425"/>
                <a:gd name="csX60" fmla="*/ 400050 w 987425"/>
                <a:gd name="csY60" fmla="*/ 822325 h 860425"/>
                <a:gd name="csX61" fmla="*/ 415925 w 987425"/>
                <a:gd name="csY61" fmla="*/ 838200 h 860425"/>
                <a:gd name="csX62" fmla="*/ 425450 w 987425"/>
                <a:gd name="csY62" fmla="*/ 841375 h 860425"/>
                <a:gd name="csX63" fmla="*/ 434975 w 987425"/>
                <a:gd name="csY63" fmla="*/ 847725 h 860425"/>
                <a:gd name="csX64" fmla="*/ 454025 w 987425"/>
                <a:gd name="csY64" fmla="*/ 854075 h 860425"/>
                <a:gd name="csX65" fmla="*/ 479425 w 987425"/>
                <a:gd name="csY65" fmla="*/ 860425 h 860425"/>
                <a:gd name="csX66" fmla="*/ 561975 w 987425"/>
                <a:gd name="csY66" fmla="*/ 857250 h 860425"/>
                <a:gd name="csX67" fmla="*/ 581025 w 987425"/>
                <a:gd name="csY67" fmla="*/ 850900 h 860425"/>
                <a:gd name="csX68" fmla="*/ 600075 w 987425"/>
                <a:gd name="csY68" fmla="*/ 838200 h 860425"/>
                <a:gd name="csX69" fmla="*/ 615950 w 987425"/>
                <a:gd name="csY69" fmla="*/ 819150 h 860425"/>
                <a:gd name="csX70" fmla="*/ 628650 w 987425"/>
                <a:gd name="csY70" fmla="*/ 800100 h 860425"/>
                <a:gd name="csX71" fmla="*/ 625475 w 987425"/>
                <a:gd name="csY71" fmla="*/ 742950 h 860425"/>
                <a:gd name="csX72" fmla="*/ 612775 w 987425"/>
                <a:gd name="csY72" fmla="*/ 714375 h 860425"/>
                <a:gd name="csX73" fmla="*/ 609600 w 987425"/>
                <a:gd name="csY73" fmla="*/ 704850 h 860425"/>
                <a:gd name="csX74" fmla="*/ 603250 w 987425"/>
                <a:gd name="csY74" fmla="*/ 695325 h 860425"/>
                <a:gd name="csX75" fmla="*/ 600075 w 987425"/>
                <a:gd name="csY75" fmla="*/ 685800 h 860425"/>
                <a:gd name="csX76" fmla="*/ 581025 w 987425"/>
                <a:gd name="csY76" fmla="*/ 647700 h 860425"/>
                <a:gd name="csX77" fmla="*/ 577850 w 987425"/>
                <a:gd name="csY77" fmla="*/ 638175 h 860425"/>
                <a:gd name="csX78" fmla="*/ 574675 w 987425"/>
                <a:gd name="csY78" fmla="*/ 628650 h 860425"/>
                <a:gd name="csX79" fmla="*/ 571500 w 987425"/>
                <a:gd name="csY79" fmla="*/ 600075 h 860425"/>
                <a:gd name="csX80" fmla="*/ 568325 w 987425"/>
                <a:gd name="csY80" fmla="*/ 574675 h 860425"/>
                <a:gd name="csX81" fmla="*/ 571500 w 987425"/>
                <a:gd name="csY81" fmla="*/ 514350 h 860425"/>
                <a:gd name="csX82" fmla="*/ 584200 w 987425"/>
                <a:gd name="csY82" fmla="*/ 485775 h 860425"/>
                <a:gd name="csX83" fmla="*/ 603250 w 987425"/>
                <a:gd name="csY83" fmla="*/ 479425 h 860425"/>
                <a:gd name="csX84" fmla="*/ 628650 w 987425"/>
                <a:gd name="csY84" fmla="*/ 482600 h 860425"/>
                <a:gd name="csX85" fmla="*/ 657225 w 987425"/>
                <a:gd name="csY85" fmla="*/ 488950 h 860425"/>
                <a:gd name="csX86" fmla="*/ 708025 w 987425"/>
                <a:gd name="csY86" fmla="*/ 495300 h 860425"/>
                <a:gd name="csX87" fmla="*/ 727075 w 987425"/>
                <a:gd name="csY87" fmla="*/ 501650 h 860425"/>
                <a:gd name="csX88" fmla="*/ 736600 w 987425"/>
                <a:gd name="csY88" fmla="*/ 508000 h 860425"/>
                <a:gd name="csX89" fmla="*/ 762000 w 987425"/>
                <a:gd name="csY89" fmla="*/ 511175 h 860425"/>
                <a:gd name="csX90" fmla="*/ 781050 w 987425"/>
                <a:gd name="csY90" fmla="*/ 514350 h 860425"/>
                <a:gd name="csX91" fmla="*/ 812800 w 987425"/>
                <a:gd name="csY91" fmla="*/ 523875 h 860425"/>
                <a:gd name="csX92" fmla="*/ 825500 w 987425"/>
                <a:gd name="csY92" fmla="*/ 527050 h 860425"/>
                <a:gd name="csX93" fmla="*/ 936625 w 987425"/>
                <a:gd name="csY93" fmla="*/ 517525 h 860425"/>
                <a:gd name="csX94" fmla="*/ 946150 w 987425"/>
                <a:gd name="csY94" fmla="*/ 514350 h 860425"/>
                <a:gd name="csX95" fmla="*/ 955675 w 987425"/>
                <a:gd name="csY95" fmla="*/ 508000 h 860425"/>
                <a:gd name="csX96" fmla="*/ 962025 w 987425"/>
                <a:gd name="csY96" fmla="*/ 498475 h 860425"/>
                <a:gd name="csX97" fmla="*/ 965200 w 987425"/>
                <a:gd name="csY97" fmla="*/ 488950 h 860425"/>
                <a:gd name="csX98" fmla="*/ 977900 w 987425"/>
                <a:gd name="csY98" fmla="*/ 469900 h 860425"/>
                <a:gd name="csX99" fmla="*/ 984250 w 987425"/>
                <a:gd name="csY99" fmla="*/ 460375 h 860425"/>
                <a:gd name="csX100" fmla="*/ 987425 w 987425"/>
                <a:gd name="csY100" fmla="*/ 450850 h 860425"/>
                <a:gd name="csX101" fmla="*/ 984250 w 987425"/>
                <a:gd name="csY101" fmla="*/ 390525 h 860425"/>
                <a:gd name="csX102" fmla="*/ 977900 w 987425"/>
                <a:gd name="csY102" fmla="*/ 371475 h 860425"/>
                <a:gd name="csX103" fmla="*/ 974725 w 987425"/>
                <a:gd name="csY103" fmla="*/ 361950 h 860425"/>
                <a:gd name="csX104" fmla="*/ 965200 w 987425"/>
                <a:gd name="csY104" fmla="*/ 342900 h 860425"/>
                <a:gd name="csX105" fmla="*/ 946150 w 987425"/>
                <a:gd name="csY105" fmla="*/ 330200 h 860425"/>
                <a:gd name="csX106" fmla="*/ 936625 w 987425"/>
                <a:gd name="csY106" fmla="*/ 323850 h 860425"/>
                <a:gd name="csX107" fmla="*/ 927100 w 987425"/>
                <a:gd name="csY107" fmla="*/ 317500 h 860425"/>
                <a:gd name="csX108" fmla="*/ 917575 w 987425"/>
                <a:gd name="csY108" fmla="*/ 311150 h 860425"/>
                <a:gd name="csX109" fmla="*/ 908050 w 987425"/>
                <a:gd name="csY109" fmla="*/ 307975 h 860425"/>
                <a:gd name="csX110" fmla="*/ 866775 w 987425"/>
                <a:gd name="csY110" fmla="*/ 311150 h 860425"/>
                <a:gd name="csX111" fmla="*/ 857250 w 987425"/>
                <a:gd name="csY111" fmla="*/ 314325 h 860425"/>
                <a:gd name="csX112" fmla="*/ 850900 w 987425"/>
                <a:gd name="csY112" fmla="*/ 323850 h 860425"/>
                <a:gd name="csX113" fmla="*/ 841375 w 987425"/>
                <a:gd name="csY113" fmla="*/ 330200 h 860425"/>
                <a:gd name="csX114" fmla="*/ 819150 w 987425"/>
                <a:gd name="csY114" fmla="*/ 358775 h 860425"/>
                <a:gd name="csX115" fmla="*/ 809625 w 987425"/>
                <a:gd name="csY115" fmla="*/ 361950 h 860425"/>
                <a:gd name="csX116" fmla="*/ 688975 w 987425"/>
                <a:gd name="csY116" fmla="*/ 358775 h 860425"/>
                <a:gd name="csX117" fmla="*/ 638175 w 987425"/>
                <a:gd name="csY117" fmla="*/ 352425 h 860425"/>
                <a:gd name="csX118" fmla="*/ 619125 w 987425"/>
                <a:gd name="csY118" fmla="*/ 346075 h 860425"/>
                <a:gd name="csX119" fmla="*/ 609600 w 987425"/>
                <a:gd name="csY119" fmla="*/ 342900 h 860425"/>
                <a:gd name="csX120" fmla="*/ 590550 w 987425"/>
                <a:gd name="csY120" fmla="*/ 330200 h 860425"/>
                <a:gd name="csX121" fmla="*/ 577850 w 987425"/>
                <a:gd name="csY121" fmla="*/ 311150 h 860425"/>
                <a:gd name="csX122" fmla="*/ 561975 w 987425"/>
                <a:gd name="csY122" fmla="*/ 263525 h 860425"/>
                <a:gd name="csX123" fmla="*/ 558800 w 987425"/>
                <a:gd name="csY123" fmla="*/ 254000 h 860425"/>
                <a:gd name="csX124" fmla="*/ 555625 w 987425"/>
                <a:gd name="csY124" fmla="*/ 244475 h 860425"/>
                <a:gd name="csX125" fmla="*/ 546100 w 987425"/>
                <a:gd name="csY125" fmla="*/ 206375 h 860425"/>
                <a:gd name="csX126" fmla="*/ 539750 w 987425"/>
                <a:gd name="csY126" fmla="*/ 174625 h 860425"/>
                <a:gd name="csX127" fmla="*/ 539750 w 987425"/>
                <a:gd name="csY127" fmla="*/ 136525 h 860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</a:cxnLst>
              <a:rect l="l" t="t" r="r" b="b"/>
              <a:pathLst>
                <a:path w="987425" h="860425">
                  <a:moveTo>
                    <a:pt x="419100" y="0"/>
                  </a:moveTo>
                  <a:cubicBezTo>
                    <a:pt x="420158" y="39158"/>
                    <a:pt x="419975" y="78370"/>
                    <a:pt x="422275" y="117475"/>
                  </a:cubicBezTo>
                  <a:cubicBezTo>
                    <a:pt x="423461" y="137629"/>
                    <a:pt x="427827" y="157935"/>
                    <a:pt x="431800" y="177800"/>
                  </a:cubicBezTo>
                  <a:cubicBezTo>
                    <a:pt x="430742" y="224367"/>
                    <a:pt x="431415" y="271005"/>
                    <a:pt x="428625" y="317500"/>
                  </a:cubicBezTo>
                  <a:cubicBezTo>
                    <a:pt x="428224" y="324181"/>
                    <a:pt x="427008" y="331817"/>
                    <a:pt x="422275" y="336550"/>
                  </a:cubicBezTo>
                  <a:cubicBezTo>
                    <a:pt x="394448" y="364377"/>
                    <a:pt x="429747" y="330323"/>
                    <a:pt x="403225" y="352425"/>
                  </a:cubicBezTo>
                  <a:cubicBezTo>
                    <a:pt x="399776" y="355300"/>
                    <a:pt x="397436" y="359459"/>
                    <a:pt x="393700" y="361950"/>
                  </a:cubicBezTo>
                  <a:cubicBezTo>
                    <a:pt x="390915" y="363806"/>
                    <a:pt x="387168" y="363628"/>
                    <a:pt x="384175" y="365125"/>
                  </a:cubicBezTo>
                  <a:cubicBezTo>
                    <a:pt x="380762" y="366832"/>
                    <a:pt x="378137" y="369925"/>
                    <a:pt x="374650" y="371475"/>
                  </a:cubicBezTo>
                  <a:cubicBezTo>
                    <a:pt x="368533" y="374193"/>
                    <a:pt x="355600" y="377825"/>
                    <a:pt x="355600" y="377825"/>
                  </a:cubicBezTo>
                  <a:cubicBezTo>
                    <a:pt x="334433" y="376767"/>
                    <a:pt x="313153" y="377079"/>
                    <a:pt x="292100" y="374650"/>
                  </a:cubicBezTo>
                  <a:cubicBezTo>
                    <a:pt x="285451" y="373883"/>
                    <a:pt x="279652" y="369400"/>
                    <a:pt x="273050" y="368300"/>
                  </a:cubicBezTo>
                  <a:cubicBezTo>
                    <a:pt x="266700" y="367242"/>
                    <a:pt x="260313" y="366388"/>
                    <a:pt x="254000" y="365125"/>
                  </a:cubicBezTo>
                  <a:cubicBezTo>
                    <a:pt x="242004" y="362726"/>
                    <a:pt x="234399" y="359650"/>
                    <a:pt x="222250" y="355600"/>
                  </a:cubicBezTo>
                  <a:lnTo>
                    <a:pt x="203200" y="349250"/>
                  </a:lnTo>
                  <a:cubicBezTo>
                    <a:pt x="200025" y="348192"/>
                    <a:pt x="196460" y="347931"/>
                    <a:pt x="193675" y="346075"/>
                  </a:cubicBezTo>
                  <a:cubicBezTo>
                    <a:pt x="190500" y="343958"/>
                    <a:pt x="187637" y="341275"/>
                    <a:pt x="184150" y="339725"/>
                  </a:cubicBezTo>
                  <a:cubicBezTo>
                    <a:pt x="178033" y="337007"/>
                    <a:pt x="170669" y="337088"/>
                    <a:pt x="165100" y="333375"/>
                  </a:cubicBezTo>
                  <a:cubicBezTo>
                    <a:pt x="161925" y="331258"/>
                    <a:pt x="159062" y="328575"/>
                    <a:pt x="155575" y="327025"/>
                  </a:cubicBezTo>
                  <a:cubicBezTo>
                    <a:pt x="149458" y="324307"/>
                    <a:pt x="142875" y="322792"/>
                    <a:pt x="136525" y="320675"/>
                  </a:cubicBezTo>
                  <a:cubicBezTo>
                    <a:pt x="120893" y="315464"/>
                    <a:pt x="130301" y="318050"/>
                    <a:pt x="107950" y="314325"/>
                  </a:cubicBezTo>
                  <a:cubicBezTo>
                    <a:pt x="98425" y="315383"/>
                    <a:pt x="88773" y="315620"/>
                    <a:pt x="79375" y="317500"/>
                  </a:cubicBezTo>
                  <a:cubicBezTo>
                    <a:pt x="52071" y="322961"/>
                    <a:pt x="68536" y="321332"/>
                    <a:pt x="50800" y="330200"/>
                  </a:cubicBezTo>
                  <a:cubicBezTo>
                    <a:pt x="24510" y="343345"/>
                    <a:pt x="59047" y="321527"/>
                    <a:pt x="31750" y="339725"/>
                  </a:cubicBezTo>
                  <a:cubicBezTo>
                    <a:pt x="29633" y="342900"/>
                    <a:pt x="28098" y="346552"/>
                    <a:pt x="25400" y="349250"/>
                  </a:cubicBezTo>
                  <a:cubicBezTo>
                    <a:pt x="14393" y="360257"/>
                    <a:pt x="16298" y="349885"/>
                    <a:pt x="9525" y="365125"/>
                  </a:cubicBezTo>
                  <a:cubicBezTo>
                    <a:pt x="6807" y="371242"/>
                    <a:pt x="5292" y="377825"/>
                    <a:pt x="3175" y="384175"/>
                  </a:cubicBezTo>
                  <a:lnTo>
                    <a:pt x="0" y="393700"/>
                  </a:lnTo>
                  <a:cubicBezTo>
                    <a:pt x="1058" y="418042"/>
                    <a:pt x="1306" y="442432"/>
                    <a:pt x="3175" y="466725"/>
                  </a:cubicBezTo>
                  <a:cubicBezTo>
                    <a:pt x="3432" y="470062"/>
                    <a:pt x="4853" y="473257"/>
                    <a:pt x="6350" y="476250"/>
                  </a:cubicBezTo>
                  <a:cubicBezTo>
                    <a:pt x="8057" y="479663"/>
                    <a:pt x="10993" y="482362"/>
                    <a:pt x="12700" y="485775"/>
                  </a:cubicBezTo>
                  <a:cubicBezTo>
                    <a:pt x="17865" y="496104"/>
                    <a:pt x="13126" y="495726"/>
                    <a:pt x="22225" y="504825"/>
                  </a:cubicBezTo>
                  <a:cubicBezTo>
                    <a:pt x="24923" y="507523"/>
                    <a:pt x="28575" y="509058"/>
                    <a:pt x="31750" y="511175"/>
                  </a:cubicBezTo>
                  <a:cubicBezTo>
                    <a:pt x="43392" y="528638"/>
                    <a:pt x="31750" y="513821"/>
                    <a:pt x="47625" y="527050"/>
                  </a:cubicBezTo>
                  <a:cubicBezTo>
                    <a:pt x="51074" y="529925"/>
                    <a:pt x="53225" y="534394"/>
                    <a:pt x="57150" y="536575"/>
                  </a:cubicBezTo>
                  <a:cubicBezTo>
                    <a:pt x="63001" y="539826"/>
                    <a:pt x="69850" y="540808"/>
                    <a:pt x="76200" y="542925"/>
                  </a:cubicBezTo>
                  <a:lnTo>
                    <a:pt x="85725" y="546100"/>
                  </a:lnTo>
                  <a:lnTo>
                    <a:pt x="95250" y="549275"/>
                  </a:lnTo>
                  <a:cubicBezTo>
                    <a:pt x="101200" y="548878"/>
                    <a:pt x="137250" y="550500"/>
                    <a:pt x="152400" y="542925"/>
                  </a:cubicBezTo>
                  <a:cubicBezTo>
                    <a:pt x="155813" y="541218"/>
                    <a:pt x="158750" y="538692"/>
                    <a:pt x="161925" y="536575"/>
                  </a:cubicBezTo>
                  <a:cubicBezTo>
                    <a:pt x="166158" y="530225"/>
                    <a:pt x="172212" y="524765"/>
                    <a:pt x="174625" y="517525"/>
                  </a:cubicBezTo>
                  <a:cubicBezTo>
                    <a:pt x="175683" y="514350"/>
                    <a:pt x="176303" y="510993"/>
                    <a:pt x="177800" y="508000"/>
                  </a:cubicBezTo>
                  <a:cubicBezTo>
                    <a:pt x="179507" y="504587"/>
                    <a:pt x="180914" y="500497"/>
                    <a:pt x="184150" y="498475"/>
                  </a:cubicBezTo>
                  <a:cubicBezTo>
                    <a:pt x="189826" y="494927"/>
                    <a:pt x="203200" y="492125"/>
                    <a:pt x="203200" y="492125"/>
                  </a:cubicBezTo>
                  <a:lnTo>
                    <a:pt x="355600" y="495300"/>
                  </a:lnTo>
                  <a:cubicBezTo>
                    <a:pt x="358935" y="495584"/>
                    <a:pt x="354050" y="501899"/>
                    <a:pt x="352425" y="504825"/>
                  </a:cubicBezTo>
                  <a:cubicBezTo>
                    <a:pt x="348719" y="511496"/>
                    <a:pt x="343958" y="517525"/>
                    <a:pt x="339725" y="523875"/>
                  </a:cubicBezTo>
                  <a:cubicBezTo>
                    <a:pt x="337608" y="527050"/>
                    <a:pt x="334582" y="529780"/>
                    <a:pt x="333375" y="533400"/>
                  </a:cubicBezTo>
                  <a:lnTo>
                    <a:pt x="330200" y="542925"/>
                  </a:lnTo>
                  <a:cubicBezTo>
                    <a:pt x="331258" y="549275"/>
                    <a:pt x="329683" y="556701"/>
                    <a:pt x="333375" y="561975"/>
                  </a:cubicBezTo>
                  <a:cubicBezTo>
                    <a:pt x="340868" y="572679"/>
                    <a:pt x="360206" y="577269"/>
                    <a:pt x="371475" y="581025"/>
                  </a:cubicBezTo>
                  <a:lnTo>
                    <a:pt x="381000" y="584200"/>
                  </a:lnTo>
                  <a:lnTo>
                    <a:pt x="390525" y="587375"/>
                  </a:lnTo>
                  <a:cubicBezTo>
                    <a:pt x="400588" y="602469"/>
                    <a:pt x="395668" y="593280"/>
                    <a:pt x="403225" y="615950"/>
                  </a:cubicBezTo>
                  <a:cubicBezTo>
                    <a:pt x="406734" y="626476"/>
                    <a:pt x="410567" y="636786"/>
                    <a:pt x="412750" y="647700"/>
                  </a:cubicBezTo>
                  <a:cubicBezTo>
                    <a:pt x="414013" y="654013"/>
                    <a:pt x="414867" y="660400"/>
                    <a:pt x="415925" y="666750"/>
                  </a:cubicBezTo>
                  <a:cubicBezTo>
                    <a:pt x="411803" y="695601"/>
                    <a:pt x="415117" y="681875"/>
                    <a:pt x="406400" y="708025"/>
                  </a:cubicBezTo>
                  <a:cubicBezTo>
                    <a:pt x="405342" y="711200"/>
                    <a:pt x="405081" y="714765"/>
                    <a:pt x="403225" y="717550"/>
                  </a:cubicBezTo>
                  <a:cubicBezTo>
                    <a:pt x="395019" y="729860"/>
                    <a:pt x="398082" y="723455"/>
                    <a:pt x="393700" y="736600"/>
                  </a:cubicBezTo>
                  <a:cubicBezTo>
                    <a:pt x="394758" y="762000"/>
                    <a:pt x="394997" y="787447"/>
                    <a:pt x="396875" y="812800"/>
                  </a:cubicBezTo>
                  <a:cubicBezTo>
                    <a:pt x="397122" y="816138"/>
                    <a:pt x="398553" y="819332"/>
                    <a:pt x="400050" y="822325"/>
                  </a:cubicBezTo>
                  <a:cubicBezTo>
                    <a:pt x="404283" y="830792"/>
                    <a:pt x="407458" y="833967"/>
                    <a:pt x="415925" y="838200"/>
                  </a:cubicBezTo>
                  <a:cubicBezTo>
                    <a:pt x="418918" y="839697"/>
                    <a:pt x="422457" y="839878"/>
                    <a:pt x="425450" y="841375"/>
                  </a:cubicBezTo>
                  <a:cubicBezTo>
                    <a:pt x="428863" y="843082"/>
                    <a:pt x="431488" y="846175"/>
                    <a:pt x="434975" y="847725"/>
                  </a:cubicBezTo>
                  <a:cubicBezTo>
                    <a:pt x="441092" y="850443"/>
                    <a:pt x="447675" y="851958"/>
                    <a:pt x="454025" y="854075"/>
                  </a:cubicBezTo>
                  <a:cubicBezTo>
                    <a:pt x="468670" y="858957"/>
                    <a:pt x="460268" y="856594"/>
                    <a:pt x="479425" y="860425"/>
                  </a:cubicBezTo>
                  <a:cubicBezTo>
                    <a:pt x="506942" y="859367"/>
                    <a:pt x="534558" y="859820"/>
                    <a:pt x="561975" y="857250"/>
                  </a:cubicBezTo>
                  <a:cubicBezTo>
                    <a:pt x="568639" y="856625"/>
                    <a:pt x="575456" y="854613"/>
                    <a:pt x="581025" y="850900"/>
                  </a:cubicBezTo>
                  <a:lnTo>
                    <a:pt x="600075" y="838200"/>
                  </a:lnTo>
                  <a:cubicBezTo>
                    <a:pt x="622766" y="804163"/>
                    <a:pt x="587429" y="855820"/>
                    <a:pt x="615950" y="819150"/>
                  </a:cubicBezTo>
                  <a:cubicBezTo>
                    <a:pt x="620635" y="813126"/>
                    <a:pt x="628650" y="800100"/>
                    <a:pt x="628650" y="800100"/>
                  </a:cubicBezTo>
                  <a:cubicBezTo>
                    <a:pt x="627592" y="781050"/>
                    <a:pt x="627842" y="761882"/>
                    <a:pt x="625475" y="742950"/>
                  </a:cubicBezTo>
                  <a:cubicBezTo>
                    <a:pt x="622745" y="721107"/>
                    <a:pt x="620086" y="728998"/>
                    <a:pt x="612775" y="714375"/>
                  </a:cubicBezTo>
                  <a:cubicBezTo>
                    <a:pt x="611278" y="711382"/>
                    <a:pt x="611097" y="707843"/>
                    <a:pt x="609600" y="704850"/>
                  </a:cubicBezTo>
                  <a:cubicBezTo>
                    <a:pt x="607893" y="701437"/>
                    <a:pt x="604957" y="698738"/>
                    <a:pt x="603250" y="695325"/>
                  </a:cubicBezTo>
                  <a:cubicBezTo>
                    <a:pt x="601753" y="692332"/>
                    <a:pt x="601700" y="688726"/>
                    <a:pt x="600075" y="685800"/>
                  </a:cubicBezTo>
                  <a:cubicBezTo>
                    <a:pt x="579559" y="648871"/>
                    <a:pt x="593387" y="684786"/>
                    <a:pt x="581025" y="647700"/>
                  </a:cubicBezTo>
                  <a:lnTo>
                    <a:pt x="577850" y="638175"/>
                  </a:lnTo>
                  <a:lnTo>
                    <a:pt x="574675" y="628650"/>
                  </a:lnTo>
                  <a:cubicBezTo>
                    <a:pt x="573617" y="619125"/>
                    <a:pt x="572620" y="609593"/>
                    <a:pt x="571500" y="600075"/>
                  </a:cubicBezTo>
                  <a:cubicBezTo>
                    <a:pt x="570503" y="591601"/>
                    <a:pt x="568325" y="583208"/>
                    <a:pt x="568325" y="574675"/>
                  </a:cubicBezTo>
                  <a:cubicBezTo>
                    <a:pt x="568325" y="554539"/>
                    <a:pt x="569101" y="534343"/>
                    <a:pt x="571500" y="514350"/>
                  </a:cubicBezTo>
                  <a:cubicBezTo>
                    <a:pt x="571825" y="511645"/>
                    <a:pt x="578260" y="489487"/>
                    <a:pt x="584200" y="485775"/>
                  </a:cubicBezTo>
                  <a:cubicBezTo>
                    <a:pt x="589876" y="482227"/>
                    <a:pt x="603250" y="479425"/>
                    <a:pt x="603250" y="479425"/>
                  </a:cubicBezTo>
                  <a:cubicBezTo>
                    <a:pt x="611717" y="480483"/>
                    <a:pt x="620234" y="481197"/>
                    <a:pt x="628650" y="482600"/>
                  </a:cubicBezTo>
                  <a:cubicBezTo>
                    <a:pt x="658831" y="487630"/>
                    <a:pt x="621928" y="484244"/>
                    <a:pt x="657225" y="488950"/>
                  </a:cubicBezTo>
                  <a:cubicBezTo>
                    <a:pt x="671419" y="490843"/>
                    <a:pt x="692986" y="491540"/>
                    <a:pt x="708025" y="495300"/>
                  </a:cubicBezTo>
                  <a:cubicBezTo>
                    <a:pt x="714519" y="496923"/>
                    <a:pt x="721506" y="497937"/>
                    <a:pt x="727075" y="501650"/>
                  </a:cubicBezTo>
                  <a:cubicBezTo>
                    <a:pt x="730250" y="503767"/>
                    <a:pt x="732919" y="506996"/>
                    <a:pt x="736600" y="508000"/>
                  </a:cubicBezTo>
                  <a:cubicBezTo>
                    <a:pt x="744832" y="510245"/>
                    <a:pt x="753553" y="509968"/>
                    <a:pt x="762000" y="511175"/>
                  </a:cubicBezTo>
                  <a:cubicBezTo>
                    <a:pt x="768373" y="512085"/>
                    <a:pt x="774737" y="513087"/>
                    <a:pt x="781050" y="514350"/>
                  </a:cubicBezTo>
                  <a:cubicBezTo>
                    <a:pt x="806246" y="519389"/>
                    <a:pt x="780403" y="515776"/>
                    <a:pt x="812800" y="523875"/>
                  </a:cubicBezTo>
                  <a:lnTo>
                    <a:pt x="825500" y="527050"/>
                  </a:lnTo>
                  <a:cubicBezTo>
                    <a:pt x="924265" y="523644"/>
                    <a:pt x="888441" y="533586"/>
                    <a:pt x="936625" y="517525"/>
                  </a:cubicBezTo>
                  <a:cubicBezTo>
                    <a:pt x="939800" y="516467"/>
                    <a:pt x="943365" y="516206"/>
                    <a:pt x="946150" y="514350"/>
                  </a:cubicBezTo>
                  <a:lnTo>
                    <a:pt x="955675" y="508000"/>
                  </a:lnTo>
                  <a:cubicBezTo>
                    <a:pt x="957792" y="504825"/>
                    <a:pt x="960318" y="501888"/>
                    <a:pt x="962025" y="498475"/>
                  </a:cubicBezTo>
                  <a:cubicBezTo>
                    <a:pt x="963522" y="495482"/>
                    <a:pt x="963575" y="491876"/>
                    <a:pt x="965200" y="488950"/>
                  </a:cubicBezTo>
                  <a:cubicBezTo>
                    <a:pt x="968906" y="482279"/>
                    <a:pt x="973667" y="476250"/>
                    <a:pt x="977900" y="469900"/>
                  </a:cubicBezTo>
                  <a:cubicBezTo>
                    <a:pt x="980017" y="466725"/>
                    <a:pt x="983043" y="463995"/>
                    <a:pt x="984250" y="460375"/>
                  </a:cubicBezTo>
                  <a:lnTo>
                    <a:pt x="987425" y="450850"/>
                  </a:lnTo>
                  <a:cubicBezTo>
                    <a:pt x="986367" y="430742"/>
                    <a:pt x="986649" y="410518"/>
                    <a:pt x="984250" y="390525"/>
                  </a:cubicBezTo>
                  <a:cubicBezTo>
                    <a:pt x="983453" y="383879"/>
                    <a:pt x="980017" y="377825"/>
                    <a:pt x="977900" y="371475"/>
                  </a:cubicBezTo>
                  <a:lnTo>
                    <a:pt x="974725" y="361950"/>
                  </a:lnTo>
                  <a:cubicBezTo>
                    <a:pt x="972460" y="355156"/>
                    <a:pt x="970993" y="347969"/>
                    <a:pt x="965200" y="342900"/>
                  </a:cubicBezTo>
                  <a:cubicBezTo>
                    <a:pt x="959457" y="337874"/>
                    <a:pt x="952500" y="334433"/>
                    <a:pt x="946150" y="330200"/>
                  </a:cubicBezTo>
                  <a:lnTo>
                    <a:pt x="936625" y="323850"/>
                  </a:lnTo>
                  <a:lnTo>
                    <a:pt x="927100" y="317500"/>
                  </a:lnTo>
                  <a:cubicBezTo>
                    <a:pt x="923925" y="315383"/>
                    <a:pt x="921195" y="312357"/>
                    <a:pt x="917575" y="311150"/>
                  </a:cubicBezTo>
                  <a:lnTo>
                    <a:pt x="908050" y="307975"/>
                  </a:lnTo>
                  <a:cubicBezTo>
                    <a:pt x="894292" y="309033"/>
                    <a:pt x="880467" y="309438"/>
                    <a:pt x="866775" y="311150"/>
                  </a:cubicBezTo>
                  <a:cubicBezTo>
                    <a:pt x="863454" y="311565"/>
                    <a:pt x="859863" y="312234"/>
                    <a:pt x="857250" y="314325"/>
                  </a:cubicBezTo>
                  <a:cubicBezTo>
                    <a:pt x="854270" y="316709"/>
                    <a:pt x="853598" y="321152"/>
                    <a:pt x="850900" y="323850"/>
                  </a:cubicBezTo>
                  <a:cubicBezTo>
                    <a:pt x="848202" y="326548"/>
                    <a:pt x="844550" y="328083"/>
                    <a:pt x="841375" y="330200"/>
                  </a:cubicBezTo>
                  <a:cubicBezTo>
                    <a:pt x="836329" y="337769"/>
                    <a:pt x="828103" y="352806"/>
                    <a:pt x="819150" y="358775"/>
                  </a:cubicBezTo>
                  <a:cubicBezTo>
                    <a:pt x="816365" y="360631"/>
                    <a:pt x="812800" y="360892"/>
                    <a:pt x="809625" y="361950"/>
                  </a:cubicBezTo>
                  <a:cubicBezTo>
                    <a:pt x="769408" y="360892"/>
                    <a:pt x="729144" y="361007"/>
                    <a:pt x="688975" y="358775"/>
                  </a:cubicBezTo>
                  <a:cubicBezTo>
                    <a:pt x="671936" y="357828"/>
                    <a:pt x="638175" y="352425"/>
                    <a:pt x="638175" y="352425"/>
                  </a:cubicBezTo>
                  <a:lnTo>
                    <a:pt x="619125" y="346075"/>
                  </a:lnTo>
                  <a:cubicBezTo>
                    <a:pt x="615950" y="345017"/>
                    <a:pt x="612385" y="344756"/>
                    <a:pt x="609600" y="342900"/>
                  </a:cubicBezTo>
                  <a:lnTo>
                    <a:pt x="590550" y="330200"/>
                  </a:lnTo>
                  <a:cubicBezTo>
                    <a:pt x="586317" y="323850"/>
                    <a:pt x="580263" y="318390"/>
                    <a:pt x="577850" y="311150"/>
                  </a:cubicBezTo>
                  <a:lnTo>
                    <a:pt x="561975" y="263525"/>
                  </a:lnTo>
                  <a:lnTo>
                    <a:pt x="558800" y="254000"/>
                  </a:lnTo>
                  <a:cubicBezTo>
                    <a:pt x="557742" y="250825"/>
                    <a:pt x="556437" y="247722"/>
                    <a:pt x="555625" y="244475"/>
                  </a:cubicBezTo>
                  <a:lnTo>
                    <a:pt x="546100" y="206375"/>
                  </a:lnTo>
                  <a:cubicBezTo>
                    <a:pt x="543625" y="196476"/>
                    <a:pt x="540306" y="184634"/>
                    <a:pt x="539750" y="174625"/>
                  </a:cubicBezTo>
                  <a:cubicBezTo>
                    <a:pt x="539046" y="161945"/>
                    <a:pt x="539750" y="149225"/>
                    <a:pt x="539750" y="136525"/>
                  </a:cubicBezTo>
                </a:path>
              </a:pathLst>
            </a:custGeom>
            <a:noFill/>
            <a:ln w="28575">
              <a:solidFill>
                <a:srgbClr val="F592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AE087C6-0101-66C6-FEB6-7F6005D8B10C}"/>
              </a:ext>
            </a:extLst>
          </p:cNvPr>
          <p:cNvGrpSpPr/>
          <p:nvPr/>
        </p:nvGrpSpPr>
        <p:grpSpPr>
          <a:xfrm>
            <a:off x="691327" y="1303794"/>
            <a:ext cx="558799" cy="685746"/>
            <a:chOff x="1574377" y="694256"/>
            <a:chExt cx="558799" cy="685746"/>
          </a:xfrm>
        </p:grpSpPr>
        <p:sp>
          <p:nvSpPr>
            <p:cNvPr id="56" name="Shape 130">
              <a:extLst>
                <a:ext uri="{FF2B5EF4-FFF2-40B4-BE49-F238E27FC236}">
                  <a16:creationId xmlns:a16="http://schemas.microsoft.com/office/drawing/2014/main" id="{AFFEE069-C7D4-001E-7CC7-3C342B30407B}"/>
                </a:ext>
              </a:extLst>
            </p:cNvPr>
            <p:cNvSpPr/>
            <p:nvPr/>
          </p:nvSpPr>
          <p:spPr>
            <a:xfrm>
              <a:off x="1746528" y="694256"/>
              <a:ext cx="131037" cy="137071"/>
            </a:xfrm>
            <a:prstGeom prst="ellipse">
              <a:avLst/>
            </a:prstGeom>
            <a:solidFill>
              <a:srgbClr val="0070C0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580BEE8-EF45-AC16-D089-1F241688E0C5}"/>
                </a:ext>
              </a:extLst>
            </p:cNvPr>
            <p:cNvSpPr/>
            <p:nvPr/>
          </p:nvSpPr>
          <p:spPr>
            <a:xfrm>
              <a:off x="1574377" y="831835"/>
              <a:ext cx="558799" cy="548167"/>
            </a:xfrm>
            <a:custGeom>
              <a:avLst/>
              <a:gdLst>
                <a:gd name="csX0" fmla="*/ 419100 w 987425"/>
                <a:gd name="csY0" fmla="*/ 0 h 860425"/>
                <a:gd name="csX1" fmla="*/ 422275 w 987425"/>
                <a:gd name="csY1" fmla="*/ 117475 h 860425"/>
                <a:gd name="csX2" fmla="*/ 431800 w 987425"/>
                <a:gd name="csY2" fmla="*/ 177800 h 860425"/>
                <a:gd name="csX3" fmla="*/ 428625 w 987425"/>
                <a:gd name="csY3" fmla="*/ 317500 h 860425"/>
                <a:gd name="csX4" fmla="*/ 422275 w 987425"/>
                <a:gd name="csY4" fmla="*/ 336550 h 860425"/>
                <a:gd name="csX5" fmla="*/ 403225 w 987425"/>
                <a:gd name="csY5" fmla="*/ 352425 h 860425"/>
                <a:gd name="csX6" fmla="*/ 393700 w 987425"/>
                <a:gd name="csY6" fmla="*/ 361950 h 860425"/>
                <a:gd name="csX7" fmla="*/ 384175 w 987425"/>
                <a:gd name="csY7" fmla="*/ 365125 h 860425"/>
                <a:gd name="csX8" fmla="*/ 374650 w 987425"/>
                <a:gd name="csY8" fmla="*/ 371475 h 860425"/>
                <a:gd name="csX9" fmla="*/ 355600 w 987425"/>
                <a:gd name="csY9" fmla="*/ 377825 h 860425"/>
                <a:gd name="csX10" fmla="*/ 292100 w 987425"/>
                <a:gd name="csY10" fmla="*/ 374650 h 860425"/>
                <a:gd name="csX11" fmla="*/ 273050 w 987425"/>
                <a:gd name="csY11" fmla="*/ 368300 h 860425"/>
                <a:gd name="csX12" fmla="*/ 254000 w 987425"/>
                <a:gd name="csY12" fmla="*/ 365125 h 860425"/>
                <a:gd name="csX13" fmla="*/ 222250 w 987425"/>
                <a:gd name="csY13" fmla="*/ 355600 h 860425"/>
                <a:gd name="csX14" fmla="*/ 203200 w 987425"/>
                <a:gd name="csY14" fmla="*/ 349250 h 860425"/>
                <a:gd name="csX15" fmla="*/ 193675 w 987425"/>
                <a:gd name="csY15" fmla="*/ 346075 h 860425"/>
                <a:gd name="csX16" fmla="*/ 184150 w 987425"/>
                <a:gd name="csY16" fmla="*/ 339725 h 860425"/>
                <a:gd name="csX17" fmla="*/ 165100 w 987425"/>
                <a:gd name="csY17" fmla="*/ 333375 h 860425"/>
                <a:gd name="csX18" fmla="*/ 155575 w 987425"/>
                <a:gd name="csY18" fmla="*/ 327025 h 860425"/>
                <a:gd name="csX19" fmla="*/ 136525 w 987425"/>
                <a:gd name="csY19" fmla="*/ 320675 h 860425"/>
                <a:gd name="csX20" fmla="*/ 107950 w 987425"/>
                <a:gd name="csY20" fmla="*/ 314325 h 860425"/>
                <a:gd name="csX21" fmla="*/ 79375 w 987425"/>
                <a:gd name="csY21" fmla="*/ 317500 h 860425"/>
                <a:gd name="csX22" fmla="*/ 50800 w 987425"/>
                <a:gd name="csY22" fmla="*/ 330200 h 860425"/>
                <a:gd name="csX23" fmla="*/ 31750 w 987425"/>
                <a:gd name="csY23" fmla="*/ 339725 h 860425"/>
                <a:gd name="csX24" fmla="*/ 25400 w 987425"/>
                <a:gd name="csY24" fmla="*/ 349250 h 860425"/>
                <a:gd name="csX25" fmla="*/ 9525 w 987425"/>
                <a:gd name="csY25" fmla="*/ 365125 h 860425"/>
                <a:gd name="csX26" fmla="*/ 3175 w 987425"/>
                <a:gd name="csY26" fmla="*/ 384175 h 860425"/>
                <a:gd name="csX27" fmla="*/ 0 w 987425"/>
                <a:gd name="csY27" fmla="*/ 393700 h 860425"/>
                <a:gd name="csX28" fmla="*/ 3175 w 987425"/>
                <a:gd name="csY28" fmla="*/ 466725 h 860425"/>
                <a:gd name="csX29" fmla="*/ 6350 w 987425"/>
                <a:gd name="csY29" fmla="*/ 476250 h 860425"/>
                <a:gd name="csX30" fmla="*/ 12700 w 987425"/>
                <a:gd name="csY30" fmla="*/ 485775 h 860425"/>
                <a:gd name="csX31" fmla="*/ 22225 w 987425"/>
                <a:gd name="csY31" fmla="*/ 504825 h 860425"/>
                <a:gd name="csX32" fmla="*/ 31750 w 987425"/>
                <a:gd name="csY32" fmla="*/ 511175 h 860425"/>
                <a:gd name="csX33" fmla="*/ 47625 w 987425"/>
                <a:gd name="csY33" fmla="*/ 527050 h 860425"/>
                <a:gd name="csX34" fmla="*/ 57150 w 987425"/>
                <a:gd name="csY34" fmla="*/ 536575 h 860425"/>
                <a:gd name="csX35" fmla="*/ 76200 w 987425"/>
                <a:gd name="csY35" fmla="*/ 542925 h 860425"/>
                <a:gd name="csX36" fmla="*/ 85725 w 987425"/>
                <a:gd name="csY36" fmla="*/ 546100 h 860425"/>
                <a:gd name="csX37" fmla="*/ 95250 w 987425"/>
                <a:gd name="csY37" fmla="*/ 549275 h 860425"/>
                <a:gd name="csX38" fmla="*/ 152400 w 987425"/>
                <a:gd name="csY38" fmla="*/ 542925 h 860425"/>
                <a:gd name="csX39" fmla="*/ 161925 w 987425"/>
                <a:gd name="csY39" fmla="*/ 536575 h 860425"/>
                <a:gd name="csX40" fmla="*/ 174625 w 987425"/>
                <a:gd name="csY40" fmla="*/ 517525 h 860425"/>
                <a:gd name="csX41" fmla="*/ 177800 w 987425"/>
                <a:gd name="csY41" fmla="*/ 508000 h 860425"/>
                <a:gd name="csX42" fmla="*/ 184150 w 987425"/>
                <a:gd name="csY42" fmla="*/ 498475 h 860425"/>
                <a:gd name="csX43" fmla="*/ 203200 w 987425"/>
                <a:gd name="csY43" fmla="*/ 492125 h 860425"/>
                <a:gd name="csX44" fmla="*/ 355600 w 987425"/>
                <a:gd name="csY44" fmla="*/ 495300 h 860425"/>
                <a:gd name="csX45" fmla="*/ 352425 w 987425"/>
                <a:gd name="csY45" fmla="*/ 504825 h 860425"/>
                <a:gd name="csX46" fmla="*/ 339725 w 987425"/>
                <a:gd name="csY46" fmla="*/ 523875 h 860425"/>
                <a:gd name="csX47" fmla="*/ 333375 w 987425"/>
                <a:gd name="csY47" fmla="*/ 533400 h 860425"/>
                <a:gd name="csX48" fmla="*/ 330200 w 987425"/>
                <a:gd name="csY48" fmla="*/ 542925 h 860425"/>
                <a:gd name="csX49" fmla="*/ 333375 w 987425"/>
                <a:gd name="csY49" fmla="*/ 561975 h 860425"/>
                <a:gd name="csX50" fmla="*/ 371475 w 987425"/>
                <a:gd name="csY50" fmla="*/ 581025 h 860425"/>
                <a:gd name="csX51" fmla="*/ 381000 w 987425"/>
                <a:gd name="csY51" fmla="*/ 584200 h 860425"/>
                <a:gd name="csX52" fmla="*/ 390525 w 987425"/>
                <a:gd name="csY52" fmla="*/ 587375 h 860425"/>
                <a:gd name="csX53" fmla="*/ 403225 w 987425"/>
                <a:gd name="csY53" fmla="*/ 615950 h 860425"/>
                <a:gd name="csX54" fmla="*/ 412750 w 987425"/>
                <a:gd name="csY54" fmla="*/ 647700 h 860425"/>
                <a:gd name="csX55" fmla="*/ 415925 w 987425"/>
                <a:gd name="csY55" fmla="*/ 666750 h 860425"/>
                <a:gd name="csX56" fmla="*/ 406400 w 987425"/>
                <a:gd name="csY56" fmla="*/ 708025 h 860425"/>
                <a:gd name="csX57" fmla="*/ 403225 w 987425"/>
                <a:gd name="csY57" fmla="*/ 717550 h 860425"/>
                <a:gd name="csX58" fmla="*/ 393700 w 987425"/>
                <a:gd name="csY58" fmla="*/ 736600 h 860425"/>
                <a:gd name="csX59" fmla="*/ 396875 w 987425"/>
                <a:gd name="csY59" fmla="*/ 812800 h 860425"/>
                <a:gd name="csX60" fmla="*/ 400050 w 987425"/>
                <a:gd name="csY60" fmla="*/ 822325 h 860425"/>
                <a:gd name="csX61" fmla="*/ 415925 w 987425"/>
                <a:gd name="csY61" fmla="*/ 838200 h 860425"/>
                <a:gd name="csX62" fmla="*/ 425450 w 987425"/>
                <a:gd name="csY62" fmla="*/ 841375 h 860425"/>
                <a:gd name="csX63" fmla="*/ 434975 w 987425"/>
                <a:gd name="csY63" fmla="*/ 847725 h 860425"/>
                <a:gd name="csX64" fmla="*/ 454025 w 987425"/>
                <a:gd name="csY64" fmla="*/ 854075 h 860425"/>
                <a:gd name="csX65" fmla="*/ 479425 w 987425"/>
                <a:gd name="csY65" fmla="*/ 860425 h 860425"/>
                <a:gd name="csX66" fmla="*/ 561975 w 987425"/>
                <a:gd name="csY66" fmla="*/ 857250 h 860425"/>
                <a:gd name="csX67" fmla="*/ 581025 w 987425"/>
                <a:gd name="csY67" fmla="*/ 850900 h 860425"/>
                <a:gd name="csX68" fmla="*/ 600075 w 987425"/>
                <a:gd name="csY68" fmla="*/ 838200 h 860425"/>
                <a:gd name="csX69" fmla="*/ 615950 w 987425"/>
                <a:gd name="csY69" fmla="*/ 819150 h 860425"/>
                <a:gd name="csX70" fmla="*/ 628650 w 987425"/>
                <a:gd name="csY70" fmla="*/ 800100 h 860425"/>
                <a:gd name="csX71" fmla="*/ 625475 w 987425"/>
                <a:gd name="csY71" fmla="*/ 742950 h 860425"/>
                <a:gd name="csX72" fmla="*/ 612775 w 987425"/>
                <a:gd name="csY72" fmla="*/ 714375 h 860425"/>
                <a:gd name="csX73" fmla="*/ 609600 w 987425"/>
                <a:gd name="csY73" fmla="*/ 704850 h 860425"/>
                <a:gd name="csX74" fmla="*/ 603250 w 987425"/>
                <a:gd name="csY74" fmla="*/ 695325 h 860425"/>
                <a:gd name="csX75" fmla="*/ 600075 w 987425"/>
                <a:gd name="csY75" fmla="*/ 685800 h 860425"/>
                <a:gd name="csX76" fmla="*/ 581025 w 987425"/>
                <a:gd name="csY76" fmla="*/ 647700 h 860425"/>
                <a:gd name="csX77" fmla="*/ 577850 w 987425"/>
                <a:gd name="csY77" fmla="*/ 638175 h 860425"/>
                <a:gd name="csX78" fmla="*/ 574675 w 987425"/>
                <a:gd name="csY78" fmla="*/ 628650 h 860425"/>
                <a:gd name="csX79" fmla="*/ 571500 w 987425"/>
                <a:gd name="csY79" fmla="*/ 600075 h 860425"/>
                <a:gd name="csX80" fmla="*/ 568325 w 987425"/>
                <a:gd name="csY80" fmla="*/ 574675 h 860425"/>
                <a:gd name="csX81" fmla="*/ 571500 w 987425"/>
                <a:gd name="csY81" fmla="*/ 514350 h 860425"/>
                <a:gd name="csX82" fmla="*/ 584200 w 987425"/>
                <a:gd name="csY82" fmla="*/ 485775 h 860425"/>
                <a:gd name="csX83" fmla="*/ 603250 w 987425"/>
                <a:gd name="csY83" fmla="*/ 479425 h 860425"/>
                <a:gd name="csX84" fmla="*/ 628650 w 987425"/>
                <a:gd name="csY84" fmla="*/ 482600 h 860425"/>
                <a:gd name="csX85" fmla="*/ 657225 w 987425"/>
                <a:gd name="csY85" fmla="*/ 488950 h 860425"/>
                <a:gd name="csX86" fmla="*/ 708025 w 987425"/>
                <a:gd name="csY86" fmla="*/ 495300 h 860425"/>
                <a:gd name="csX87" fmla="*/ 727075 w 987425"/>
                <a:gd name="csY87" fmla="*/ 501650 h 860425"/>
                <a:gd name="csX88" fmla="*/ 736600 w 987425"/>
                <a:gd name="csY88" fmla="*/ 508000 h 860425"/>
                <a:gd name="csX89" fmla="*/ 762000 w 987425"/>
                <a:gd name="csY89" fmla="*/ 511175 h 860425"/>
                <a:gd name="csX90" fmla="*/ 781050 w 987425"/>
                <a:gd name="csY90" fmla="*/ 514350 h 860425"/>
                <a:gd name="csX91" fmla="*/ 812800 w 987425"/>
                <a:gd name="csY91" fmla="*/ 523875 h 860425"/>
                <a:gd name="csX92" fmla="*/ 825500 w 987425"/>
                <a:gd name="csY92" fmla="*/ 527050 h 860425"/>
                <a:gd name="csX93" fmla="*/ 936625 w 987425"/>
                <a:gd name="csY93" fmla="*/ 517525 h 860425"/>
                <a:gd name="csX94" fmla="*/ 946150 w 987425"/>
                <a:gd name="csY94" fmla="*/ 514350 h 860425"/>
                <a:gd name="csX95" fmla="*/ 955675 w 987425"/>
                <a:gd name="csY95" fmla="*/ 508000 h 860425"/>
                <a:gd name="csX96" fmla="*/ 962025 w 987425"/>
                <a:gd name="csY96" fmla="*/ 498475 h 860425"/>
                <a:gd name="csX97" fmla="*/ 965200 w 987425"/>
                <a:gd name="csY97" fmla="*/ 488950 h 860425"/>
                <a:gd name="csX98" fmla="*/ 977900 w 987425"/>
                <a:gd name="csY98" fmla="*/ 469900 h 860425"/>
                <a:gd name="csX99" fmla="*/ 984250 w 987425"/>
                <a:gd name="csY99" fmla="*/ 460375 h 860425"/>
                <a:gd name="csX100" fmla="*/ 987425 w 987425"/>
                <a:gd name="csY100" fmla="*/ 450850 h 860425"/>
                <a:gd name="csX101" fmla="*/ 984250 w 987425"/>
                <a:gd name="csY101" fmla="*/ 390525 h 860425"/>
                <a:gd name="csX102" fmla="*/ 977900 w 987425"/>
                <a:gd name="csY102" fmla="*/ 371475 h 860425"/>
                <a:gd name="csX103" fmla="*/ 974725 w 987425"/>
                <a:gd name="csY103" fmla="*/ 361950 h 860425"/>
                <a:gd name="csX104" fmla="*/ 965200 w 987425"/>
                <a:gd name="csY104" fmla="*/ 342900 h 860425"/>
                <a:gd name="csX105" fmla="*/ 946150 w 987425"/>
                <a:gd name="csY105" fmla="*/ 330200 h 860425"/>
                <a:gd name="csX106" fmla="*/ 936625 w 987425"/>
                <a:gd name="csY106" fmla="*/ 323850 h 860425"/>
                <a:gd name="csX107" fmla="*/ 927100 w 987425"/>
                <a:gd name="csY107" fmla="*/ 317500 h 860425"/>
                <a:gd name="csX108" fmla="*/ 917575 w 987425"/>
                <a:gd name="csY108" fmla="*/ 311150 h 860425"/>
                <a:gd name="csX109" fmla="*/ 908050 w 987425"/>
                <a:gd name="csY109" fmla="*/ 307975 h 860425"/>
                <a:gd name="csX110" fmla="*/ 866775 w 987425"/>
                <a:gd name="csY110" fmla="*/ 311150 h 860425"/>
                <a:gd name="csX111" fmla="*/ 857250 w 987425"/>
                <a:gd name="csY111" fmla="*/ 314325 h 860425"/>
                <a:gd name="csX112" fmla="*/ 850900 w 987425"/>
                <a:gd name="csY112" fmla="*/ 323850 h 860425"/>
                <a:gd name="csX113" fmla="*/ 841375 w 987425"/>
                <a:gd name="csY113" fmla="*/ 330200 h 860425"/>
                <a:gd name="csX114" fmla="*/ 819150 w 987425"/>
                <a:gd name="csY114" fmla="*/ 358775 h 860425"/>
                <a:gd name="csX115" fmla="*/ 809625 w 987425"/>
                <a:gd name="csY115" fmla="*/ 361950 h 860425"/>
                <a:gd name="csX116" fmla="*/ 688975 w 987425"/>
                <a:gd name="csY116" fmla="*/ 358775 h 860425"/>
                <a:gd name="csX117" fmla="*/ 638175 w 987425"/>
                <a:gd name="csY117" fmla="*/ 352425 h 860425"/>
                <a:gd name="csX118" fmla="*/ 619125 w 987425"/>
                <a:gd name="csY118" fmla="*/ 346075 h 860425"/>
                <a:gd name="csX119" fmla="*/ 609600 w 987425"/>
                <a:gd name="csY119" fmla="*/ 342900 h 860425"/>
                <a:gd name="csX120" fmla="*/ 590550 w 987425"/>
                <a:gd name="csY120" fmla="*/ 330200 h 860425"/>
                <a:gd name="csX121" fmla="*/ 577850 w 987425"/>
                <a:gd name="csY121" fmla="*/ 311150 h 860425"/>
                <a:gd name="csX122" fmla="*/ 561975 w 987425"/>
                <a:gd name="csY122" fmla="*/ 263525 h 860425"/>
                <a:gd name="csX123" fmla="*/ 558800 w 987425"/>
                <a:gd name="csY123" fmla="*/ 254000 h 860425"/>
                <a:gd name="csX124" fmla="*/ 555625 w 987425"/>
                <a:gd name="csY124" fmla="*/ 244475 h 860425"/>
                <a:gd name="csX125" fmla="*/ 546100 w 987425"/>
                <a:gd name="csY125" fmla="*/ 206375 h 860425"/>
                <a:gd name="csX126" fmla="*/ 539750 w 987425"/>
                <a:gd name="csY126" fmla="*/ 174625 h 860425"/>
                <a:gd name="csX127" fmla="*/ 539750 w 987425"/>
                <a:gd name="csY127" fmla="*/ 136525 h 860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</a:cxnLst>
              <a:rect l="l" t="t" r="r" b="b"/>
              <a:pathLst>
                <a:path w="987425" h="860425">
                  <a:moveTo>
                    <a:pt x="419100" y="0"/>
                  </a:moveTo>
                  <a:cubicBezTo>
                    <a:pt x="420158" y="39158"/>
                    <a:pt x="419975" y="78370"/>
                    <a:pt x="422275" y="117475"/>
                  </a:cubicBezTo>
                  <a:cubicBezTo>
                    <a:pt x="423461" y="137629"/>
                    <a:pt x="427827" y="157935"/>
                    <a:pt x="431800" y="177800"/>
                  </a:cubicBezTo>
                  <a:cubicBezTo>
                    <a:pt x="430742" y="224367"/>
                    <a:pt x="431415" y="271005"/>
                    <a:pt x="428625" y="317500"/>
                  </a:cubicBezTo>
                  <a:cubicBezTo>
                    <a:pt x="428224" y="324181"/>
                    <a:pt x="427008" y="331817"/>
                    <a:pt x="422275" y="336550"/>
                  </a:cubicBezTo>
                  <a:cubicBezTo>
                    <a:pt x="394448" y="364377"/>
                    <a:pt x="429747" y="330323"/>
                    <a:pt x="403225" y="352425"/>
                  </a:cubicBezTo>
                  <a:cubicBezTo>
                    <a:pt x="399776" y="355300"/>
                    <a:pt x="397436" y="359459"/>
                    <a:pt x="393700" y="361950"/>
                  </a:cubicBezTo>
                  <a:cubicBezTo>
                    <a:pt x="390915" y="363806"/>
                    <a:pt x="387168" y="363628"/>
                    <a:pt x="384175" y="365125"/>
                  </a:cubicBezTo>
                  <a:cubicBezTo>
                    <a:pt x="380762" y="366832"/>
                    <a:pt x="378137" y="369925"/>
                    <a:pt x="374650" y="371475"/>
                  </a:cubicBezTo>
                  <a:cubicBezTo>
                    <a:pt x="368533" y="374193"/>
                    <a:pt x="355600" y="377825"/>
                    <a:pt x="355600" y="377825"/>
                  </a:cubicBezTo>
                  <a:cubicBezTo>
                    <a:pt x="334433" y="376767"/>
                    <a:pt x="313153" y="377079"/>
                    <a:pt x="292100" y="374650"/>
                  </a:cubicBezTo>
                  <a:cubicBezTo>
                    <a:pt x="285451" y="373883"/>
                    <a:pt x="279652" y="369400"/>
                    <a:pt x="273050" y="368300"/>
                  </a:cubicBezTo>
                  <a:cubicBezTo>
                    <a:pt x="266700" y="367242"/>
                    <a:pt x="260313" y="366388"/>
                    <a:pt x="254000" y="365125"/>
                  </a:cubicBezTo>
                  <a:cubicBezTo>
                    <a:pt x="242004" y="362726"/>
                    <a:pt x="234399" y="359650"/>
                    <a:pt x="222250" y="355600"/>
                  </a:cubicBezTo>
                  <a:lnTo>
                    <a:pt x="203200" y="349250"/>
                  </a:lnTo>
                  <a:cubicBezTo>
                    <a:pt x="200025" y="348192"/>
                    <a:pt x="196460" y="347931"/>
                    <a:pt x="193675" y="346075"/>
                  </a:cubicBezTo>
                  <a:cubicBezTo>
                    <a:pt x="190500" y="343958"/>
                    <a:pt x="187637" y="341275"/>
                    <a:pt x="184150" y="339725"/>
                  </a:cubicBezTo>
                  <a:cubicBezTo>
                    <a:pt x="178033" y="337007"/>
                    <a:pt x="170669" y="337088"/>
                    <a:pt x="165100" y="333375"/>
                  </a:cubicBezTo>
                  <a:cubicBezTo>
                    <a:pt x="161925" y="331258"/>
                    <a:pt x="159062" y="328575"/>
                    <a:pt x="155575" y="327025"/>
                  </a:cubicBezTo>
                  <a:cubicBezTo>
                    <a:pt x="149458" y="324307"/>
                    <a:pt x="142875" y="322792"/>
                    <a:pt x="136525" y="320675"/>
                  </a:cubicBezTo>
                  <a:cubicBezTo>
                    <a:pt x="120893" y="315464"/>
                    <a:pt x="130301" y="318050"/>
                    <a:pt x="107950" y="314325"/>
                  </a:cubicBezTo>
                  <a:cubicBezTo>
                    <a:pt x="98425" y="315383"/>
                    <a:pt x="88773" y="315620"/>
                    <a:pt x="79375" y="317500"/>
                  </a:cubicBezTo>
                  <a:cubicBezTo>
                    <a:pt x="52071" y="322961"/>
                    <a:pt x="68536" y="321332"/>
                    <a:pt x="50800" y="330200"/>
                  </a:cubicBezTo>
                  <a:cubicBezTo>
                    <a:pt x="24510" y="343345"/>
                    <a:pt x="59047" y="321527"/>
                    <a:pt x="31750" y="339725"/>
                  </a:cubicBezTo>
                  <a:cubicBezTo>
                    <a:pt x="29633" y="342900"/>
                    <a:pt x="28098" y="346552"/>
                    <a:pt x="25400" y="349250"/>
                  </a:cubicBezTo>
                  <a:cubicBezTo>
                    <a:pt x="14393" y="360257"/>
                    <a:pt x="16298" y="349885"/>
                    <a:pt x="9525" y="365125"/>
                  </a:cubicBezTo>
                  <a:cubicBezTo>
                    <a:pt x="6807" y="371242"/>
                    <a:pt x="5292" y="377825"/>
                    <a:pt x="3175" y="384175"/>
                  </a:cubicBezTo>
                  <a:lnTo>
                    <a:pt x="0" y="393700"/>
                  </a:lnTo>
                  <a:cubicBezTo>
                    <a:pt x="1058" y="418042"/>
                    <a:pt x="1306" y="442432"/>
                    <a:pt x="3175" y="466725"/>
                  </a:cubicBezTo>
                  <a:cubicBezTo>
                    <a:pt x="3432" y="470062"/>
                    <a:pt x="4853" y="473257"/>
                    <a:pt x="6350" y="476250"/>
                  </a:cubicBezTo>
                  <a:cubicBezTo>
                    <a:pt x="8057" y="479663"/>
                    <a:pt x="10993" y="482362"/>
                    <a:pt x="12700" y="485775"/>
                  </a:cubicBezTo>
                  <a:cubicBezTo>
                    <a:pt x="17865" y="496104"/>
                    <a:pt x="13126" y="495726"/>
                    <a:pt x="22225" y="504825"/>
                  </a:cubicBezTo>
                  <a:cubicBezTo>
                    <a:pt x="24923" y="507523"/>
                    <a:pt x="28575" y="509058"/>
                    <a:pt x="31750" y="511175"/>
                  </a:cubicBezTo>
                  <a:cubicBezTo>
                    <a:pt x="43392" y="528638"/>
                    <a:pt x="31750" y="513821"/>
                    <a:pt x="47625" y="527050"/>
                  </a:cubicBezTo>
                  <a:cubicBezTo>
                    <a:pt x="51074" y="529925"/>
                    <a:pt x="53225" y="534394"/>
                    <a:pt x="57150" y="536575"/>
                  </a:cubicBezTo>
                  <a:cubicBezTo>
                    <a:pt x="63001" y="539826"/>
                    <a:pt x="69850" y="540808"/>
                    <a:pt x="76200" y="542925"/>
                  </a:cubicBezTo>
                  <a:lnTo>
                    <a:pt x="85725" y="546100"/>
                  </a:lnTo>
                  <a:lnTo>
                    <a:pt x="95250" y="549275"/>
                  </a:lnTo>
                  <a:cubicBezTo>
                    <a:pt x="101200" y="548878"/>
                    <a:pt x="137250" y="550500"/>
                    <a:pt x="152400" y="542925"/>
                  </a:cubicBezTo>
                  <a:cubicBezTo>
                    <a:pt x="155813" y="541218"/>
                    <a:pt x="158750" y="538692"/>
                    <a:pt x="161925" y="536575"/>
                  </a:cubicBezTo>
                  <a:cubicBezTo>
                    <a:pt x="166158" y="530225"/>
                    <a:pt x="172212" y="524765"/>
                    <a:pt x="174625" y="517525"/>
                  </a:cubicBezTo>
                  <a:cubicBezTo>
                    <a:pt x="175683" y="514350"/>
                    <a:pt x="176303" y="510993"/>
                    <a:pt x="177800" y="508000"/>
                  </a:cubicBezTo>
                  <a:cubicBezTo>
                    <a:pt x="179507" y="504587"/>
                    <a:pt x="180914" y="500497"/>
                    <a:pt x="184150" y="498475"/>
                  </a:cubicBezTo>
                  <a:cubicBezTo>
                    <a:pt x="189826" y="494927"/>
                    <a:pt x="203200" y="492125"/>
                    <a:pt x="203200" y="492125"/>
                  </a:cubicBezTo>
                  <a:lnTo>
                    <a:pt x="355600" y="495300"/>
                  </a:lnTo>
                  <a:cubicBezTo>
                    <a:pt x="358935" y="495584"/>
                    <a:pt x="354050" y="501899"/>
                    <a:pt x="352425" y="504825"/>
                  </a:cubicBezTo>
                  <a:cubicBezTo>
                    <a:pt x="348719" y="511496"/>
                    <a:pt x="343958" y="517525"/>
                    <a:pt x="339725" y="523875"/>
                  </a:cubicBezTo>
                  <a:cubicBezTo>
                    <a:pt x="337608" y="527050"/>
                    <a:pt x="334582" y="529780"/>
                    <a:pt x="333375" y="533400"/>
                  </a:cubicBezTo>
                  <a:lnTo>
                    <a:pt x="330200" y="542925"/>
                  </a:lnTo>
                  <a:cubicBezTo>
                    <a:pt x="331258" y="549275"/>
                    <a:pt x="329683" y="556701"/>
                    <a:pt x="333375" y="561975"/>
                  </a:cubicBezTo>
                  <a:cubicBezTo>
                    <a:pt x="340868" y="572679"/>
                    <a:pt x="360206" y="577269"/>
                    <a:pt x="371475" y="581025"/>
                  </a:cubicBezTo>
                  <a:lnTo>
                    <a:pt x="381000" y="584200"/>
                  </a:lnTo>
                  <a:lnTo>
                    <a:pt x="390525" y="587375"/>
                  </a:lnTo>
                  <a:cubicBezTo>
                    <a:pt x="400588" y="602469"/>
                    <a:pt x="395668" y="593280"/>
                    <a:pt x="403225" y="615950"/>
                  </a:cubicBezTo>
                  <a:cubicBezTo>
                    <a:pt x="406734" y="626476"/>
                    <a:pt x="410567" y="636786"/>
                    <a:pt x="412750" y="647700"/>
                  </a:cubicBezTo>
                  <a:cubicBezTo>
                    <a:pt x="414013" y="654013"/>
                    <a:pt x="414867" y="660400"/>
                    <a:pt x="415925" y="666750"/>
                  </a:cubicBezTo>
                  <a:cubicBezTo>
                    <a:pt x="411803" y="695601"/>
                    <a:pt x="415117" y="681875"/>
                    <a:pt x="406400" y="708025"/>
                  </a:cubicBezTo>
                  <a:cubicBezTo>
                    <a:pt x="405342" y="711200"/>
                    <a:pt x="405081" y="714765"/>
                    <a:pt x="403225" y="717550"/>
                  </a:cubicBezTo>
                  <a:cubicBezTo>
                    <a:pt x="395019" y="729860"/>
                    <a:pt x="398082" y="723455"/>
                    <a:pt x="393700" y="736600"/>
                  </a:cubicBezTo>
                  <a:cubicBezTo>
                    <a:pt x="394758" y="762000"/>
                    <a:pt x="394997" y="787447"/>
                    <a:pt x="396875" y="812800"/>
                  </a:cubicBezTo>
                  <a:cubicBezTo>
                    <a:pt x="397122" y="816138"/>
                    <a:pt x="398553" y="819332"/>
                    <a:pt x="400050" y="822325"/>
                  </a:cubicBezTo>
                  <a:cubicBezTo>
                    <a:pt x="404283" y="830792"/>
                    <a:pt x="407458" y="833967"/>
                    <a:pt x="415925" y="838200"/>
                  </a:cubicBezTo>
                  <a:cubicBezTo>
                    <a:pt x="418918" y="839697"/>
                    <a:pt x="422457" y="839878"/>
                    <a:pt x="425450" y="841375"/>
                  </a:cubicBezTo>
                  <a:cubicBezTo>
                    <a:pt x="428863" y="843082"/>
                    <a:pt x="431488" y="846175"/>
                    <a:pt x="434975" y="847725"/>
                  </a:cubicBezTo>
                  <a:cubicBezTo>
                    <a:pt x="441092" y="850443"/>
                    <a:pt x="447675" y="851958"/>
                    <a:pt x="454025" y="854075"/>
                  </a:cubicBezTo>
                  <a:cubicBezTo>
                    <a:pt x="468670" y="858957"/>
                    <a:pt x="460268" y="856594"/>
                    <a:pt x="479425" y="860425"/>
                  </a:cubicBezTo>
                  <a:cubicBezTo>
                    <a:pt x="506942" y="859367"/>
                    <a:pt x="534558" y="859820"/>
                    <a:pt x="561975" y="857250"/>
                  </a:cubicBezTo>
                  <a:cubicBezTo>
                    <a:pt x="568639" y="856625"/>
                    <a:pt x="575456" y="854613"/>
                    <a:pt x="581025" y="850900"/>
                  </a:cubicBezTo>
                  <a:lnTo>
                    <a:pt x="600075" y="838200"/>
                  </a:lnTo>
                  <a:cubicBezTo>
                    <a:pt x="622766" y="804163"/>
                    <a:pt x="587429" y="855820"/>
                    <a:pt x="615950" y="819150"/>
                  </a:cubicBezTo>
                  <a:cubicBezTo>
                    <a:pt x="620635" y="813126"/>
                    <a:pt x="628650" y="800100"/>
                    <a:pt x="628650" y="800100"/>
                  </a:cubicBezTo>
                  <a:cubicBezTo>
                    <a:pt x="627592" y="781050"/>
                    <a:pt x="627842" y="761882"/>
                    <a:pt x="625475" y="742950"/>
                  </a:cubicBezTo>
                  <a:cubicBezTo>
                    <a:pt x="622745" y="721107"/>
                    <a:pt x="620086" y="728998"/>
                    <a:pt x="612775" y="714375"/>
                  </a:cubicBezTo>
                  <a:cubicBezTo>
                    <a:pt x="611278" y="711382"/>
                    <a:pt x="611097" y="707843"/>
                    <a:pt x="609600" y="704850"/>
                  </a:cubicBezTo>
                  <a:cubicBezTo>
                    <a:pt x="607893" y="701437"/>
                    <a:pt x="604957" y="698738"/>
                    <a:pt x="603250" y="695325"/>
                  </a:cubicBezTo>
                  <a:cubicBezTo>
                    <a:pt x="601753" y="692332"/>
                    <a:pt x="601700" y="688726"/>
                    <a:pt x="600075" y="685800"/>
                  </a:cubicBezTo>
                  <a:cubicBezTo>
                    <a:pt x="579559" y="648871"/>
                    <a:pt x="593387" y="684786"/>
                    <a:pt x="581025" y="647700"/>
                  </a:cubicBezTo>
                  <a:lnTo>
                    <a:pt x="577850" y="638175"/>
                  </a:lnTo>
                  <a:lnTo>
                    <a:pt x="574675" y="628650"/>
                  </a:lnTo>
                  <a:cubicBezTo>
                    <a:pt x="573617" y="619125"/>
                    <a:pt x="572620" y="609593"/>
                    <a:pt x="571500" y="600075"/>
                  </a:cubicBezTo>
                  <a:cubicBezTo>
                    <a:pt x="570503" y="591601"/>
                    <a:pt x="568325" y="583208"/>
                    <a:pt x="568325" y="574675"/>
                  </a:cubicBezTo>
                  <a:cubicBezTo>
                    <a:pt x="568325" y="554539"/>
                    <a:pt x="569101" y="534343"/>
                    <a:pt x="571500" y="514350"/>
                  </a:cubicBezTo>
                  <a:cubicBezTo>
                    <a:pt x="571825" y="511645"/>
                    <a:pt x="578260" y="489487"/>
                    <a:pt x="584200" y="485775"/>
                  </a:cubicBezTo>
                  <a:cubicBezTo>
                    <a:pt x="589876" y="482227"/>
                    <a:pt x="603250" y="479425"/>
                    <a:pt x="603250" y="479425"/>
                  </a:cubicBezTo>
                  <a:cubicBezTo>
                    <a:pt x="611717" y="480483"/>
                    <a:pt x="620234" y="481197"/>
                    <a:pt x="628650" y="482600"/>
                  </a:cubicBezTo>
                  <a:cubicBezTo>
                    <a:pt x="658831" y="487630"/>
                    <a:pt x="621928" y="484244"/>
                    <a:pt x="657225" y="488950"/>
                  </a:cubicBezTo>
                  <a:cubicBezTo>
                    <a:pt x="671419" y="490843"/>
                    <a:pt x="692986" y="491540"/>
                    <a:pt x="708025" y="495300"/>
                  </a:cubicBezTo>
                  <a:cubicBezTo>
                    <a:pt x="714519" y="496923"/>
                    <a:pt x="721506" y="497937"/>
                    <a:pt x="727075" y="501650"/>
                  </a:cubicBezTo>
                  <a:cubicBezTo>
                    <a:pt x="730250" y="503767"/>
                    <a:pt x="732919" y="506996"/>
                    <a:pt x="736600" y="508000"/>
                  </a:cubicBezTo>
                  <a:cubicBezTo>
                    <a:pt x="744832" y="510245"/>
                    <a:pt x="753553" y="509968"/>
                    <a:pt x="762000" y="511175"/>
                  </a:cubicBezTo>
                  <a:cubicBezTo>
                    <a:pt x="768373" y="512085"/>
                    <a:pt x="774737" y="513087"/>
                    <a:pt x="781050" y="514350"/>
                  </a:cubicBezTo>
                  <a:cubicBezTo>
                    <a:pt x="806246" y="519389"/>
                    <a:pt x="780403" y="515776"/>
                    <a:pt x="812800" y="523875"/>
                  </a:cubicBezTo>
                  <a:lnTo>
                    <a:pt x="825500" y="527050"/>
                  </a:lnTo>
                  <a:cubicBezTo>
                    <a:pt x="924265" y="523644"/>
                    <a:pt x="888441" y="533586"/>
                    <a:pt x="936625" y="517525"/>
                  </a:cubicBezTo>
                  <a:cubicBezTo>
                    <a:pt x="939800" y="516467"/>
                    <a:pt x="943365" y="516206"/>
                    <a:pt x="946150" y="514350"/>
                  </a:cubicBezTo>
                  <a:lnTo>
                    <a:pt x="955675" y="508000"/>
                  </a:lnTo>
                  <a:cubicBezTo>
                    <a:pt x="957792" y="504825"/>
                    <a:pt x="960318" y="501888"/>
                    <a:pt x="962025" y="498475"/>
                  </a:cubicBezTo>
                  <a:cubicBezTo>
                    <a:pt x="963522" y="495482"/>
                    <a:pt x="963575" y="491876"/>
                    <a:pt x="965200" y="488950"/>
                  </a:cubicBezTo>
                  <a:cubicBezTo>
                    <a:pt x="968906" y="482279"/>
                    <a:pt x="973667" y="476250"/>
                    <a:pt x="977900" y="469900"/>
                  </a:cubicBezTo>
                  <a:cubicBezTo>
                    <a:pt x="980017" y="466725"/>
                    <a:pt x="983043" y="463995"/>
                    <a:pt x="984250" y="460375"/>
                  </a:cubicBezTo>
                  <a:lnTo>
                    <a:pt x="987425" y="450850"/>
                  </a:lnTo>
                  <a:cubicBezTo>
                    <a:pt x="986367" y="430742"/>
                    <a:pt x="986649" y="410518"/>
                    <a:pt x="984250" y="390525"/>
                  </a:cubicBezTo>
                  <a:cubicBezTo>
                    <a:pt x="983453" y="383879"/>
                    <a:pt x="980017" y="377825"/>
                    <a:pt x="977900" y="371475"/>
                  </a:cubicBezTo>
                  <a:lnTo>
                    <a:pt x="974725" y="361950"/>
                  </a:lnTo>
                  <a:cubicBezTo>
                    <a:pt x="972460" y="355156"/>
                    <a:pt x="970993" y="347969"/>
                    <a:pt x="965200" y="342900"/>
                  </a:cubicBezTo>
                  <a:cubicBezTo>
                    <a:pt x="959457" y="337874"/>
                    <a:pt x="952500" y="334433"/>
                    <a:pt x="946150" y="330200"/>
                  </a:cubicBezTo>
                  <a:lnTo>
                    <a:pt x="936625" y="323850"/>
                  </a:lnTo>
                  <a:lnTo>
                    <a:pt x="927100" y="317500"/>
                  </a:lnTo>
                  <a:cubicBezTo>
                    <a:pt x="923925" y="315383"/>
                    <a:pt x="921195" y="312357"/>
                    <a:pt x="917575" y="311150"/>
                  </a:cubicBezTo>
                  <a:lnTo>
                    <a:pt x="908050" y="307975"/>
                  </a:lnTo>
                  <a:cubicBezTo>
                    <a:pt x="894292" y="309033"/>
                    <a:pt x="880467" y="309438"/>
                    <a:pt x="866775" y="311150"/>
                  </a:cubicBezTo>
                  <a:cubicBezTo>
                    <a:pt x="863454" y="311565"/>
                    <a:pt x="859863" y="312234"/>
                    <a:pt x="857250" y="314325"/>
                  </a:cubicBezTo>
                  <a:cubicBezTo>
                    <a:pt x="854270" y="316709"/>
                    <a:pt x="853598" y="321152"/>
                    <a:pt x="850900" y="323850"/>
                  </a:cubicBezTo>
                  <a:cubicBezTo>
                    <a:pt x="848202" y="326548"/>
                    <a:pt x="844550" y="328083"/>
                    <a:pt x="841375" y="330200"/>
                  </a:cubicBezTo>
                  <a:cubicBezTo>
                    <a:pt x="836329" y="337769"/>
                    <a:pt x="828103" y="352806"/>
                    <a:pt x="819150" y="358775"/>
                  </a:cubicBezTo>
                  <a:cubicBezTo>
                    <a:pt x="816365" y="360631"/>
                    <a:pt x="812800" y="360892"/>
                    <a:pt x="809625" y="361950"/>
                  </a:cubicBezTo>
                  <a:cubicBezTo>
                    <a:pt x="769408" y="360892"/>
                    <a:pt x="729144" y="361007"/>
                    <a:pt x="688975" y="358775"/>
                  </a:cubicBezTo>
                  <a:cubicBezTo>
                    <a:pt x="671936" y="357828"/>
                    <a:pt x="638175" y="352425"/>
                    <a:pt x="638175" y="352425"/>
                  </a:cubicBezTo>
                  <a:lnTo>
                    <a:pt x="619125" y="346075"/>
                  </a:lnTo>
                  <a:cubicBezTo>
                    <a:pt x="615950" y="345017"/>
                    <a:pt x="612385" y="344756"/>
                    <a:pt x="609600" y="342900"/>
                  </a:cubicBezTo>
                  <a:lnTo>
                    <a:pt x="590550" y="330200"/>
                  </a:lnTo>
                  <a:cubicBezTo>
                    <a:pt x="586317" y="323850"/>
                    <a:pt x="580263" y="318390"/>
                    <a:pt x="577850" y="311150"/>
                  </a:cubicBezTo>
                  <a:lnTo>
                    <a:pt x="561975" y="263525"/>
                  </a:lnTo>
                  <a:lnTo>
                    <a:pt x="558800" y="254000"/>
                  </a:lnTo>
                  <a:cubicBezTo>
                    <a:pt x="557742" y="250825"/>
                    <a:pt x="556437" y="247722"/>
                    <a:pt x="555625" y="244475"/>
                  </a:cubicBezTo>
                  <a:lnTo>
                    <a:pt x="546100" y="206375"/>
                  </a:lnTo>
                  <a:cubicBezTo>
                    <a:pt x="543625" y="196476"/>
                    <a:pt x="540306" y="184634"/>
                    <a:pt x="539750" y="174625"/>
                  </a:cubicBezTo>
                  <a:cubicBezTo>
                    <a:pt x="539046" y="161945"/>
                    <a:pt x="539750" y="149225"/>
                    <a:pt x="539750" y="136525"/>
                  </a:cubicBezTo>
                </a:path>
              </a:pathLst>
            </a:cu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Shape 4"/>
          <p:cNvSpPr/>
          <p:nvPr/>
        </p:nvSpPr>
        <p:spPr>
          <a:xfrm>
            <a:off x="1053700" y="1882016"/>
            <a:ext cx="2109634" cy="0"/>
          </a:xfrm>
          <a:prstGeom prst="line">
            <a:avLst/>
          </a:prstGeom>
          <a:noFill/>
          <a:ln w="1778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604595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692693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780790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868888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956984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045082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133179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221277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309374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397472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485570" y="1823815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678782" y="1591005"/>
            <a:ext cx="741873" cy="407416"/>
          </a:xfrm>
          <a:prstGeom prst="ellipse">
            <a:avLst/>
          </a:prstGeom>
          <a:solidFill>
            <a:srgbClr val="C7D6E4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752970" y="1435798"/>
            <a:ext cx="593499" cy="329813"/>
          </a:xfrm>
          <a:prstGeom prst="ellipse">
            <a:avLst/>
          </a:prstGeom>
          <a:solidFill>
            <a:srgbClr val="D9E3EC"/>
          </a:solidFill>
          <a:ln w="1270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15">
            <a:extLst>
              <a:ext uri="{FF2B5EF4-FFF2-40B4-BE49-F238E27FC236}">
                <a16:creationId xmlns:a16="http://schemas.microsoft.com/office/drawing/2014/main" id="{E9E75184-3BFA-E967-2398-8D283AC7B20E}"/>
              </a:ext>
            </a:extLst>
          </p:cNvPr>
          <p:cNvSpPr/>
          <p:nvPr/>
        </p:nvSpPr>
        <p:spPr>
          <a:xfrm>
            <a:off x="2653567" y="1823818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15">
            <a:extLst>
              <a:ext uri="{FF2B5EF4-FFF2-40B4-BE49-F238E27FC236}">
                <a16:creationId xmlns:a16="http://schemas.microsoft.com/office/drawing/2014/main" id="{F9C6C274-1C8F-5509-2E0A-E7709010E4A7}"/>
              </a:ext>
            </a:extLst>
          </p:cNvPr>
          <p:cNvSpPr/>
          <p:nvPr/>
        </p:nvSpPr>
        <p:spPr>
          <a:xfrm>
            <a:off x="2831444" y="1823817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15">
            <a:extLst>
              <a:ext uri="{FF2B5EF4-FFF2-40B4-BE49-F238E27FC236}">
                <a16:creationId xmlns:a16="http://schemas.microsoft.com/office/drawing/2014/main" id="{EB15C689-5550-5FC6-721F-BB677E61D21D}"/>
              </a:ext>
            </a:extLst>
          </p:cNvPr>
          <p:cNvSpPr/>
          <p:nvPr/>
        </p:nvSpPr>
        <p:spPr>
          <a:xfrm>
            <a:off x="2984616" y="1823817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15">
            <a:extLst>
              <a:ext uri="{FF2B5EF4-FFF2-40B4-BE49-F238E27FC236}">
                <a16:creationId xmlns:a16="http://schemas.microsoft.com/office/drawing/2014/main" id="{3B393E98-B5B5-E974-17F9-F2231595E7FC}"/>
              </a:ext>
            </a:extLst>
          </p:cNvPr>
          <p:cNvSpPr/>
          <p:nvPr/>
        </p:nvSpPr>
        <p:spPr>
          <a:xfrm>
            <a:off x="1452881" y="1828987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15">
            <a:extLst>
              <a:ext uri="{FF2B5EF4-FFF2-40B4-BE49-F238E27FC236}">
                <a16:creationId xmlns:a16="http://schemas.microsoft.com/office/drawing/2014/main" id="{EBD0C133-B3AE-607F-C872-40A9706ECE50}"/>
              </a:ext>
            </a:extLst>
          </p:cNvPr>
          <p:cNvSpPr/>
          <p:nvPr/>
        </p:nvSpPr>
        <p:spPr>
          <a:xfrm>
            <a:off x="1284885" y="1823821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15">
            <a:extLst>
              <a:ext uri="{FF2B5EF4-FFF2-40B4-BE49-F238E27FC236}">
                <a16:creationId xmlns:a16="http://schemas.microsoft.com/office/drawing/2014/main" id="{B71C62BD-19D5-0359-35A0-57A1DDD16F6E}"/>
              </a:ext>
            </a:extLst>
          </p:cNvPr>
          <p:cNvSpPr/>
          <p:nvPr/>
        </p:nvSpPr>
        <p:spPr>
          <a:xfrm>
            <a:off x="1121835" y="1823823"/>
            <a:ext cx="0" cy="77603"/>
          </a:xfrm>
          <a:prstGeom prst="line">
            <a:avLst/>
          </a:prstGeom>
          <a:noFill/>
          <a:ln w="11430">
            <a:solidFill>
              <a:srgbClr val="617B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8906C118-753D-B1A4-BEFD-3DB9B1DE0523}"/>
              </a:ext>
            </a:extLst>
          </p:cNvPr>
          <p:cNvGrpSpPr/>
          <p:nvPr/>
        </p:nvGrpSpPr>
        <p:grpSpPr>
          <a:xfrm>
            <a:off x="2192918" y="761255"/>
            <a:ext cx="591672" cy="658601"/>
            <a:chOff x="825999" y="751842"/>
            <a:chExt cx="591672" cy="658601"/>
          </a:xfrm>
        </p:grpSpPr>
        <p:sp>
          <p:nvSpPr>
            <p:cNvPr id="59" name="Shape 135">
              <a:extLst>
                <a:ext uri="{FF2B5EF4-FFF2-40B4-BE49-F238E27FC236}">
                  <a16:creationId xmlns:a16="http://schemas.microsoft.com/office/drawing/2014/main" id="{B647A146-2057-2117-CEBC-6181313BA42B}"/>
                </a:ext>
              </a:extLst>
            </p:cNvPr>
            <p:cNvSpPr/>
            <p:nvPr/>
          </p:nvSpPr>
          <p:spPr>
            <a:xfrm>
              <a:off x="1016554" y="751842"/>
              <a:ext cx="131037" cy="137071"/>
            </a:xfrm>
            <a:prstGeom prst="ellipse">
              <a:avLst/>
            </a:prstGeom>
            <a:solidFill>
              <a:schemeClr val="accent2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E4CB3A1A-FB8A-BD3B-54D3-43E230958D49}"/>
                </a:ext>
              </a:extLst>
            </p:cNvPr>
            <p:cNvSpPr/>
            <p:nvPr/>
          </p:nvSpPr>
          <p:spPr>
            <a:xfrm>
              <a:off x="825999" y="888602"/>
              <a:ext cx="591672" cy="521841"/>
            </a:xfrm>
            <a:custGeom>
              <a:avLst/>
              <a:gdLst>
                <a:gd name="csX0" fmla="*/ 419100 w 987425"/>
                <a:gd name="csY0" fmla="*/ 0 h 860425"/>
                <a:gd name="csX1" fmla="*/ 422275 w 987425"/>
                <a:gd name="csY1" fmla="*/ 117475 h 860425"/>
                <a:gd name="csX2" fmla="*/ 431800 w 987425"/>
                <a:gd name="csY2" fmla="*/ 177800 h 860425"/>
                <a:gd name="csX3" fmla="*/ 428625 w 987425"/>
                <a:gd name="csY3" fmla="*/ 317500 h 860425"/>
                <a:gd name="csX4" fmla="*/ 422275 w 987425"/>
                <a:gd name="csY4" fmla="*/ 336550 h 860425"/>
                <a:gd name="csX5" fmla="*/ 403225 w 987425"/>
                <a:gd name="csY5" fmla="*/ 352425 h 860425"/>
                <a:gd name="csX6" fmla="*/ 393700 w 987425"/>
                <a:gd name="csY6" fmla="*/ 361950 h 860425"/>
                <a:gd name="csX7" fmla="*/ 384175 w 987425"/>
                <a:gd name="csY7" fmla="*/ 365125 h 860425"/>
                <a:gd name="csX8" fmla="*/ 374650 w 987425"/>
                <a:gd name="csY8" fmla="*/ 371475 h 860425"/>
                <a:gd name="csX9" fmla="*/ 355600 w 987425"/>
                <a:gd name="csY9" fmla="*/ 377825 h 860425"/>
                <a:gd name="csX10" fmla="*/ 292100 w 987425"/>
                <a:gd name="csY10" fmla="*/ 374650 h 860425"/>
                <a:gd name="csX11" fmla="*/ 273050 w 987425"/>
                <a:gd name="csY11" fmla="*/ 368300 h 860425"/>
                <a:gd name="csX12" fmla="*/ 254000 w 987425"/>
                <a:gd name="csY12" fmla="*/ 365125 h 860425"/>
                <a:gd name="csX13" fmla="*/ 222250 w 987425"/>
                <a:gd name="csY13" fmla="*/ 355600 h 860425"/>
                <a:gd name="csX14" fmla="*/ 203200 w 987425"/>
                <a:gd name="csY14" fmla="*/ 349250 h 860425"/>
                <a:gd name="csX15" fmla="*/ 193675 w 987425"/>
                <a:gd name="csY15" fmla="*/ 346075 h 860425"/>
                <a:gd name="csX16" fmla="*/ 184150 w 987425"/>
                <a:gd name="csY16" fmla="*/ 339725 h 860425"/>
                <a:gd name="csX17" fmla="*/ 165100 w 987425"/>
                <a:gd name="csY17" fmla="*/ 333375 h 860425"/>
                <a:gd name="csX18" fmla="*/ 155575 w 987425"/>
                <a:gd name="csY18" fmla="*/ 327025 h 860425"/>
                <a:gd name="csX19" fmla="*/ 136525 w 987425"/>
                <a:gd name="csY19" fmla="*/ 320675 h 860425"/>
                <a:gd name="csX20" fmla="*/ 107950 w 987425"/>
                <a:gd name="csY20" fmla="*/ 314325 h 860425"/>
                <a:gd name="csX21" fmla="*/ 79375 w 987425"/>
                <a:gd name="csY21" fmla="*/ 317500 h 860425"/>
                <a:gd name="csX22" fmla="*/ 50800 w 987425"/>
                <a:gd name="csY22" fmla="*/ 330200 h 860425"/>
                <a:gd name="csX23" fmla="*/ 31750 w 987425"/>
                <a:gd name="csY23" fmla="*/ 339725 h 860425"/>
                <a:gd name="csX24" fmla="*/ 25400 w 987425"/>
                <a:gd name="csY24" fmla="*/ 349250 h 860425"/>
                <a:gd name="csX25" fmla="*/ 9525 w 987425"/>
                <a:gd name="csY25" fmla="*/ 365125 h 860425"/>
                <a:gd name="csX26" fmla="*/ 3175 w 987425"/>
                <a:gd name="csY26" fmla="*/ 384175 h 860425"/>
                <a:gd name="csX27" fmla="*/ 0 w 987425"/>
                <a:gd name="csY27" fmla="*/ 393700 h 860425"/>
                <a:gd name="csX28" fmla="*/ 3175 w 987425"/>
                <a:gd name="csY28" fmla="*/ 466725 h 860425"/>
                <a:gd name="csX29" fmla="*/ 6350 w 987425"/>
                <a:gd name="csY29" fmla="*/ 476250 h 860425"/>
                <a:gd name="csX30" fmla="*/ 12700 w 987425"/>
                <a:gd name="csY30" fmla="*/ 485775 h 860425"/>
                <a:gd name="csX31" fmla="*/ 22225 w 987425"/>
                <a:gd name="csY31" fmla="*/ 504825 h 860425"/>
                <a:gd name="csX32" fmla="*/ 31750 w 987425"/>
                <a:gd name="csY32" fmla="*/ 511175 h 860425"/>
                <a:gd name="csX33" fmla="*/ 47625 w 987425"/>
                <a:gd name="csY33" fmla="*/ 527050 h 860425"/>
                <a:gd name="csX34" fmla="*/ 57150 w 987425"/>
                <a:gd name="csY34" fmla="*/ 536575 h 860425"/>
                <a:gd name="csX35" fmla="*/ 76200 w 987425"/>
                <a:gd name="csY35" fmla="*/ 542925 h 860425"/>
                <a:gd name="csX36" fmla="*/ 85725 w 987425"/>
                <a:gd name="csY36" fmla="*/ 546100 h 860425"/>
                <a:gd name="csX37" fmla="*/ 95250 w 987425"/>
                <a:gd name="csY37" fmla="*/ 549275 h 860425"/>
                <a:gd name="csX38" fmla="*/ 152400 w 987425"/>
                <a:gd name="csY38" fmla="*/ 542925 h 860425"/>
                <a:gd name="csX39" fmla="*/ 161925 w 987425"/>
                <a:gd name="csY39" fmla="*/ 536575 h 860425"/>
                <a:gd name="csX40" fmla="*/ 174625 w 987425"/>
                <a:gd name="csY40" fmla="*/ 517525 h 860425"/>
                <a:gd name="csX41" fmla="*/ 177800 w 987425"/>
                <a:gd name="csY41" fmla="*/ 508000 h 860425"/>
                <a:gd name="csX42" fmla="*/ 184150 w 987425"/>
                <a:gd name="csY42" fmla="*/ 498475 h 860425"/>
                <a:gd name="csX43" fmla="*/ 203200 w 987425"/>
                <a:gd name="csY43" fmla="*/ 492125 h 860425"/>
                <a:gd name="csX44" fmla="*/ 355600 w 987425"/>
                <a:gd name="csY44" fmla="*/ 495300 h 860425"/>
                <a:gd name="csX45" fmla="*/ 352425 w 987425"/>
                <a:gd name="csY45" fmla="*/ 504825 h 860425"/>
                <a:gd name="csX46" fmla="*/ 339725 w 987425"/>
                <a:gd name="csY46" fmla="*/ 523875 h 860425"/>
                <a:gd name="csX47" fmla="*/ 333375 w 987425"/>
                <a:gd name="csY47" fmla="*/ 533400 h 860425"/>
                <a:gd name="csX48" fmla="*/ 330200 w 987425"/>
                <a:gd name="csY48" fmla="*/ 542925 h 860425"/>
                <a:gd name="csX49" fmla="*/ 333375 w 987425"/>
                <a:gd name="csY49" fmla="*/ 561975 h 860425"/>
                <a:gd name="csX50" fmla="*/ 371475 w 987425"/>
                <a:gd name="csY50" fmla="*/ 581025 h 860425"/>
                <a:gd name="csX51" fmla="*/ 381000 w 987425"/>
                <a:gd name="csY51" fmla="*/ 584200 h 860425"/>
                <a:gd name="csX52" fmla="*/ 390525 w 987425"/>
                <a:gd name="csY52" fmla="*/ 587375 h 860425"/>
                <a:gd name="csX53" fmla="*/ 403225 w 987425"/>
                <a:gd name="csY53" fmla="*/ 615950 h 860425"/>
                <a:gd name="csX54" fmla="*/ 412750 w 987425"/>
                <a:gd name="csY54" fmla="*/ 647700 h 860425"/>
                <a:gd name="csX55" fmla="*/ 415925 w 987425"/>
                <a:gd name="csY55" fmla="*/ 666750 h 860425"/>
                <a:gd name="csX56" fmla="*/ 406400 w 987425"/>
                <a:gd name="csY56" fmla="*/ 708025 h 860425"/>
                <a:gd name="csX57" fmla="*/ 403225 w 987425"/>
                <a:gd name="csY57" fmla="*/ 717550 h 860425"/>
                <a:gd name="csX58" fmla="*/ 393700 w 987425"/>
                <a:gd name="csY58" fmla="*/ 736600 h 860425"/>
                <a:gd name="csX59" fmla="*/ 396875 w 987425"/>
                <a:gd name="csY59" fmla="*/ 812800 h 860425"/>
                <a:gd name="csX60" fmla="*/ 400050 w 987425"/>
                <a:gd name="csY60" fmla="*/ 822325 h 860425"/>
                <a:gd name="csX61" fmla="*/ 415925 w 987425"/>
                <a:gd name="csY61" fmla="*/ 838200 h 860425"/>
                <a:gd name="csX62" fmla="*/ 425450 w 987425"/>
                <a:gd name="csY62" fmla="*/ 841375 h 860425"/>
                <a:gd name="csX63" fmla="*/ 434975 w 987425"/>
                <a:gd name="csY63" fmla="*/ 847725 h 860425"/>
                <a:gd name="csX64" fmla="*/ 454025 w 987425"/>
                <a:gd name="csY64" fmla="*/ 854075 h 860425"/>
                <a:gd name="csX65" fmla="*/ 479425 w 987425"/>
                <a:gd name="csY65" fmla="*/ 860425 h 860425"/>
                <a:gd name="csX66" fmla="*/ 561975 w 987425"/>
                <a:gd name="csY66" fmla="*/ 857250 h 860425"/>
                <a:gd name="csX67" fmla="*/ 581025 w 987425"/>
                <a:gd name="csY67" fmla="*/ 850900 h 860425"/>
                <a:gd name="csX68" fmla="*/ 600075 w 987425"/>
                <a:gd name="csY68" fmla="*/ 838200 h 860425"/>
                <a:gd name="csX69" fmla="*/ 615950 w 987425"/>
                <a:gd name="csY69" fmla="*/ 819150 h 860425"/>
                <a:gd name="csX70" fmla="*/ 628650 w 987425"/>
                <a:gd name="csY70" fmla="*/ 800100 h 860425"/>
                <a:gd name="csX71" fmla="*/ 625475 w 987425"/>
                <a:gd name="csY71" fmla="*/ 742950 h 860425"/>
                <a:gd name="csX72" fmla="*/ 612775 w 987425"/>
                <a:gd name="csY72" fmla="*/ 714375 h 860425"/>
                <a:gd name="csX73" fmla="*/ 609600 w 987425"/>
                <a:gd name="csY73" fmla="*/ 704850 h 860425"/>
                <a:gd name="csX74" fmla="*/ 603250 w 987425"/>
                <a:gd name="csY74" fmla="*/ 695325 h 860425"/>
                <a:gd name="csX75" fmla="*/ 600075 w 987425"/>
                <a:gd name="csY75" fmla="*/ 685800 h 860425"/>
                <a:gd name="csX76" fmla="*/ 581025 w 987425"/>
                <a:gd name="csY76" fmla="*/ 647700 h 860425"/>
                <a:gd name="csX77" fmla="*/ 577850 w 987425"/>
                <a:gd name="csY77" fmla="*/ 638175 h 860425"/>
                <a:gd name="csX78" fmla="*/ 574675 w 987425"/>
                <a:gd name="csY78" fmla="*/ 628650 h 860425"/>
                <a:gd name="csX79" fmla="*/ 571500 w 987425"/>
                <a:gd name="csY79" fmla="*/ 600075 h 860425"/>
                <a:gd name="csX80" fmla="*/ 568325 w 987425"/>
                <a:gd name="csY80" fmla="*/ 574675 h 860425"/>
                <a:gd name="csX81" fmla="*/ 571500 w 987425"/>
                <a:gd name="csY81" fmla="*/ 514350 h 860425"/>
                <a:gd name="csX82" fmla="*/ 584200 w 987425"/>
                <a:gd name="csY82" fmla="*/ 485775 h 860425"/>
                <a:gd name="csX83" fmla="*/ 603250 w 987425"/>
                <a:gd name="csY83" fmla="*/ 479425 h 860425"/>
                <a:gd name="csX84" fmla="*/ 628650 w 987425"/>
                <a:gd name="csY84" fmla="*/ 482600 h 860425"/>
                <a:gd name="csX85" fmla="*/ 657225 w 987425"/>
                <a:gd name="csY85" fmla="*/ 488950 h 860425"/>
                <a:gd name="csX86" fmla="*/ 708025 w 987425"/>
                <a:gd name="csY86" fmla="*/ 495300 h 860425"/>
                <a:gd name="csX87" fmla="*/ 727075 w 987425"/>
                <a:gd name="csY87" fmla="*/ 501650 h 860425"/>
                <a:gd name="csX88" fmla="*/ 736600 w 987425"/>
                <a:gd name="csY88" fmla="*/ 508000 h 860425"/>
                <a:gd name="csX89" fmla="*/ 762000 w 987425"/>
                <a:gd name="csY89" fmla="*/ 511175 h 860425"/>
                <a:gd name="csX90" fmla="*/ 781050 w 987425"/>
                <a:gd name="csY90" fmla="*/ 514350 h 860425"/>
                <a:gd name="csX91" fmla="*/ 812800 w 987425"/>
                <a:gd name="csY91" fmla="*/ 523875 h 860425"/>
                <a:gd name="csX92" fmla="*/ 825500 w 987425"/>
                <a:gd name="csY92" fmla="*/ 527050 h 860425"/>
                <a:gd name="csX93" fmla="*/ 936625 w 987425"/>
                <a:gd name="csY93" fmla="*/ 517525 h 860425"/>
                <a:gd name="csX94" fmla="*/ 946150 w 987425"/>
                <a:gd name="csY94" fmla="*/ 514350 h 860425"/>
                <a:gd name="csX95" fmla="*/ 955675 w 987425"/>
                <a:gd name="csY95" fmla="*/ 508000 h 860425"/>
                <a:gd name="csX96" fmla="*/ 962025 w 987425"/>
                <a:gd name="csY96" fmla="*/ 498475 h 860425"/>
                <a:gd name="csX97" fmla="*/ 965200 w 987425"/>
                <a:gd name="csY97" fmla="*/ 488950 h 860425"/>
                <a:gd name="csX98" fmla="*/ 977900 w 987425"/>
                <a:gd name="csY98" fmla="*/ 469900 h 860425"/>
                <a:gd name="csX99" fmla="*/ 984250 w 987425"/>
                <a:gd name="csY99" fmla="*/ 460375 h 860425"/>
                <a:gd name="csX100" fmla="*/ 987425 w 987425"/>
                <a:gd name="csY100" fmla="*/ 450850 h 860425"/>
                <a:gd name="csX101" fmla="*/ 984250 w 987425"/>
                <a:gd name="csY101" fmla="*/ 390525 h 860425"/>
                <a:gd name="csX102" fmla="*/ 977900 w 987425"/>
                <a:gd name="csY102" fmla="*/ 371475 h 860425"/>
                <a:gd name="csX103" fmla="*/ 974725 w 987425"/>
                <a:gd name="csY103" fmla="*/ 361950 h 860425"/>
                <a:gd name="csX104" fmla="*/ 965200 w 987425"/>
                <a:gd name="csY104" fmla="*/ 342900 h 860425"/>
                <a:gd name="csX105" fmla="*/ 946150 w 987425"/>
                <a:gd name="csY105" fmla="*/ 330200 h 860425"/>
                <a:gd name="csX106" fmla="*/ 936625 w 987425"/>
                <a:gd name="csY106" fmla="*/ 323850 h 860425"/>
                <a:gd name="csX107" fmla="*/ 927100 w 987425"/>
                <a:gd name="csY107" fmla="*/ 317500 h 860425"/>
                <a:gd name="csX108" fmla="*/ 917575 w 987425"/>
                <a:gd name="csY108" fmla="*/ 311150 h 860425"/>
                <a:gd name="csX109" fmla="*/ 908050 w 987425"/>
                <a:gd name="csY109" fmla="*/ 307975 h 860425"/>
                <a:gd name="csX110" fmla="*/ 866775 w 987425"/>
                <a:gd name="csY110" fmla="*/ 311150 h 860425"/>
                <a:gd name="csX111" fmla="*/ 857250 w 987425"/>
                <a:gd name="csY111" fmla="*/ 314325 h 860425"/>
                <a:gd name="csX112" fmla="*/ 850900 w 987425"/>
                <a:gd name="csY112" fmla="*/ 323850 h 860425"/>
                <a:gd name="csX113" fmla="*/ 841375 w 987425"/>
                <a:gd name="csY113" fmla="*/ 330200 h 860425"/>
                <a:gd name="csX114" fmla="*/ 819150 w 987425"/>
                <a:gd name="csY114" fmla="*/ 358775 h 860425"/>
                <a:gd name="csX115" fmla="*/ 809625 w 987425"/>
                <a:gd name="csY115" fmla="*/ 361950 h 860425"/>
                <a:gd name="csX116" fmla="*/ 688975 w 987425"/>
                <a:gd name="csY116" fmla="*/ 358775 h 860425"/>
                <a:gd name="csX117" fmla="*/ 638175 w 987425"/>
                <a:gd name="csY117" fmla="*/ 352425 h 860425"/>
                <a:gd name="csX118" fmla="*/ 619125 w 987425"/>
                <a:gd name="csY118" fmla="*/ 346075 h 860425"/>
                <a:gd name="csX119" fmla="*/ 609600 w 987425"/>
                <a:gd name="csY119" fmla="*/ 342900 h 860425"/>
                <a:gd name="csX120" fmla="*/ 590550 w 987425"/>
                <a:gd name="csY120" fmla="*/ 330200 h 860425"/>
                <a:gd name="csX121" fmla="*/ 577850 w 987425"/>
                <a:gd name="csY121" fmla="*/ 311150 h 860425"/>
                <a:gd name="csX122" fmla="*/ 561975 w 987425"/>
                <a:gd name="csY122" fmla="*/ 263525 h 860425"/>
                <a:gd name="csX123" fmla="*/ 558800 w 987425"/>
                <a:gd name="csY123" fmla="*/ 254000 h 860425"/>
                <a:gd name="csX124" fmla="*/ 555625 w 987425"/>
                <a:gd name="csY124" fmla="*/ 244475 h 860425"/>
                <a:gd name="csX125" fmla="*/ 546100 w 987425"/>
                <a:gd name="csY125" fmla="*/ 206375 h 860425"/>
                <a:gd name="csX126" fmla="*/ 539750 w 987425"/>
                <a:gd name="csY126" fmla="*/ 174625 h 860425"/>
                <a:gd name="csX127" fmla="*/ 539750 w 987425"/>
                <a:gd name="csY127" fmla="*/ 136525 h 860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</a:cxnLst>
              <a:rect l="l" t="t" r="r" b="b"/>
              <a:pathLst>
                <a:path w="987425" h="860425">
                  <a:moveTo>
                    <a:pt x="419100" y="0"/>
                  </a:moveTo>
                  <a:cubicBezTo>
                    <a:pt x="420158" y="39158"/>
                    <a:pt x="419975" y="78370"/>
                    <a:pt x="422275" y="117475"/>
                  </a:cubicBezTo>
                  <a:cubicBezTo>
                    <a:pt x="423461" y="137629"/>
                    <a:pt x="427827" y="157935"/>
                    <a:pt x="431800" y="177800"/>
                  </a:cubicBezTo>
                  <a:cubicBezTo>
                    <a:pt x="430742" y="224367"/>
                    <a:pt x="431415" y="271005"/>
                    <a:pt x="428625" y="317500"/>
                  </a:cubicBezTo>
                  <a:cubicBezTo>
                    <a:pt x="428224" y="324181"/>
                    <a:pt x="427008" y="331817"/>
                    <a:pt x="422275" y="336550"/>
                  </a:cubicBezTo>
                  <a:cubicBezTo>
                    <a:pt x="394448" y="364377"/>
                    <a:pt x="429747" y="330323"/>
                    <a:pt x="403225" y="352425"/>
                  </a:cubicBezTo>
                  <a:cubicBezTo>
                    <a:pt x="399776" y="355300"/>
                    <a:pt x="397436" y="359459"/>
                    <a:pt x="393700" y="361950"/>
                  </a:cubicBezTo>
                  <a:cubicBezTo>
                    <a:pt x="390915" y="363806"/>
                    <a:pt x="387168" y="363628"/>
                    <a:pt x="384175" y="365125"/>
                  </a:cubicBezTo>
                  <a:cubicBezTo>
                    <a:pt x="380762" y="366832"/>
                    <a:pt x="378137" y="369925"/>
                    <a:pt x="374650" y="371475"/>
                  </a:cubicBezTo>
                  <a:cubicBezTo>
                    <a:pt x="368533" y="374193"/>
                    <a:pt x="355600" y="377825"/>
                    <a:pt x="355600" y="377825"/>
                  </a:cubicBezTo>
                  <a:cubicBezTo>
                    <a:pt x="334433" y="376767"/>
                    <a:pt x="313153" y="377079"/>
                    <a:pt x="292100" y="374650"/>
                  </a:cubicBezTo>
                  <a:cubicBezTo>
                    <a:pt x="285451" y="373883"/>
                    <a:pt x="279652" y="369400"/>
                    <a:pt x="273050" y="368300"/>
                  </a:cubicBezTo>
                  <a:cubicBezTo>
                    <a:pt x="266700" y="367242"/>
                    <a:pt x="260313" y="366388"/>
                    <a:pt x="254000" y="365125"/>
                  </a:cubicBezTo>
                  <a:cubicBezTo>
                    <a:pt x="242004" y="362726"/>
                    <a:pt x="234399" y="359650"/>
                    <a:pt x="222250" y="355600"/>
                  </a:cubicBezTo>
                  <a:lnTo>
                    <a:pt x="203200" y="349250"/>
                  </a:lnTo>
                  <a:cubicBezTo>
                    <a:pt x="200025" y="348192"/>
                    <a:pt x="196460" y="347931"/>
                    <a:pt x="193675" y="346075"/>
                  </a:cubicBezTo>
                  <a:cubicBezTo>
                    <a:pt x="190500" y="343958"/>
                    <a:pt x="187637" y="341275"/>
                    <a:pt x="184150" y="339725"/>
                  </a:cubicBezTo>
                  <a:cubicBezTo>
                    <a:pt x="178033" y="337007"/>
                    <a:pt x="170669" y="337088"/>
                    <a:pt x="165100" y="333375"/>
                  </a:cubicBezTo>
                  <a:cubicBezTo>
                    <a:pt x="161925" y="331258"/>
                    <a:pt x="159062" y="328575"/>
                    <a:pt x="155575" y="327025"/>
                  </a:cubicBezTo>
                  <a:cubicBezTo>
                    <a:pt x="149458" y="324307"/>
                    <a:pt x="142875" y="322792"/>
                    <a:pt x="136525" y="320675"/>
                  </a:cubicBezTo>
                  <a:cubicBezTo>
                    <a:pt x="120893" y="315464"/>
                    <a:pt x="130301" y="318050"/>
                    <a:pt x="107950" y="314325"/>
                  </a:cubicBezTo>
                  <a:cubicBezTo>
                    <a:pt x="98425" y="315383"/>
                    <a:pt x="88773" y="315620"/>
                    <a:pt x="79375" y="317500"/>
                  </a:cubicBezTo>
                  <a:cubicBezTo>
                    <a:pt x="52071" y="322961"/>
                    <a:pt x="68536" y="321332"/>
                    <a:pt x="50800" y="330200"/>
                  </a:cubicBezTo>
                  <a:cubicBezTo>
                    <a:pt x="24510" y="343345"/>
                    <a:pt x="59047" y="321527"/>
                    <a:pt x="31750" y="339725"/>
                  </a:cubicBezTo>
                  <a:cubicBezTo>
                    <a:pt x="29633" y="342900"/>
                    <a:pt x="28098" y="346552"/>
                    <a:pt x="25400" y="349250"/>
                  </a:cubicBezTo>
                  <a:cubicBezTo>
                    <a:pt x="14393" y="360257"/>
                    <a:pt x="16298" y="349885"/>
                    <a:pt x="9525" y="365125"/>
                  </a:cubicBezTo>
                  <a:cubicBezTo>
                    <a:pt x="6807" y="371242"/>
                    <a:pt x="5292" y="377825"/>
                    <a:pt x="3175" y="384175"/>
                  </a:cubicBezTo>
                  <a:lnTo>
                    <a:pt x="0" y="393700"/>
                  </a:lnTo>
                  <a:cubicBezTo>
                    <a:pt x="1058" y="418042"/>
                    <a:pt x="1306" y="442432"/>
                    <a:pt x="3175" y="466725"/>
                  </a:cubicBezTo>
                  <a:cubicBezTo>
                    <a:pt x="3432" y="470062"/>
                    <a:pt x="4853" y="473257"/>
                    <a:pt x="6350" y="476250"/>
                  </a:cubicBezTo>
                  <a:cubicBezTo>
                    <a:pt x="8057" y="479663"/>
                    <a:pt x="10993" y="482362"/>
                    <a:pt x="12700" y="485775"/>
                  </a:cubicBezTo>
                  <a:cubicBezTo>
                    <a:pt x="17865" y="496104"/>
                    <a:pt x="13126" y="495726"/>
                    <a:pt x="22225" y="504825"/>
                  </a:cubicBezTo>
                  <a:cubicBezTo>
                    <a:pt x="24923" y="507523"/>
                    <a:pt x="28575" y="509058"/>
                    <a:pt x="31750" y="511175"/>
                  </a:cubicBezTo>
                  <a:cubicBezTo>
                    <a:pt x="43392" y="528638"/>
                    <a:pt x="31750" y="513821"/>
                    <a:pt x="47625" y="527050"/>
                  </a:cubicBezTo>
                  <a:cubicBezTo>
                    <a:pt x="51074" y="529925"/>
                    <a:pt x="53225" y="534394"/>
                    <a:pt x="57150" y="536575"/>
                  </a:cubicBezTo>
                  <a:cubicBezTo>
                    <a:pt x="63001" y="539826"/>
                    <a:pt x="69850" y="540808"/>
                    <a:pt x="76200" y="542925"/>
                  </a:cubicBezTo>
                  <a:lnTo>
                    <a:pt x="85725" y="546100"/>
                  </a:lnTo>
                  <a:lnTo>
                    <a:pt x="95250" y="549275"/>
                  </a:lnTo>
                  <a:cubicBezTo>
                    <a:pt x="101200" y="548878"/>
                    <a:pt x="137250" y="550500"/>
                    <a:pt x="152400" y="542925"/>
                  </a:cubicBezTo>
                  <a:cubicBezTo>
                    <a:pt x="155813" y="541218"/>
                    <a:pt x="158750" y="538692"/>
                    <a:pt x="161925" y="536575"/>
                  </a:cubicBezTo>
                  <a:cubicBezTo>
                    <a:pt x="166158" y="530225"/>
                    <a:pt x="172212" y="524765"/>
                    <a:pt x="174625" y="517525"/>
                  </a:cubicBezTo>
                  <a:cubicBezTo>
                    <a:pt x="175683" y="514350"/>
                    <a:pt x="176303" y="510993"/>
                    <a:pt x="177800" y="508000"/>
                  </a:cubicBezTo>
                  <a:cubicBezTo>
                    <a:pt x="179507" y="504587"/>
                    <a:pt x="180914" y="500497"/>
                    <a:pt x="184150" y="498475"/>
                  </a:cubicBezTo>
                  <a:cubicBezTo>
                    <a:pt x="189826" y="494927"/>
                    <a:pt x="203200" y="492125"/>
                    <a:pt x="203200" y="492125"/>
                  </a:cubicBezTo>
                  <a:lnTo>
                    <a:pt x="355600" y="495300"/>
                  </a:lnTo>
                  <a:cubicBezTo>
                    <a:pt x="358935" y="495584"/>
                    <a:pt x="354050" y="501899"/>
                    <a:pt x="352425" y="504825"/>
                  </a:cubicBezTo>
                  <a:cubicBezTo>
                    <a:pt x="348719" y="511496"/>
                    <a:pt x="343958" y="517525"/>
                    <a:pt x="339725" y="523875"/>
                  </a:cubicBezTo>
                  <a:cubicBezTo>
                    <a:pt x="337608" y="527050"/>
                    <a:pt x="334582" y="529780"/>
                    <a:pt x="333375" y="533400"/>
                  </a:cubicBezTo>
                  <a:lnTo>
                    <a:pt x="330200" y="542925"/>
                  </a:lnTo>
                  <a:cubicBezTo>
                    <a:pt x="331258" y="549275"/>
                    <a:pt x="329683" y="556701"/>
                    <a:pt x="333375" y="561975"/>
                  </a:cubicBezTo>
                  <a:cubicBezTo>
                    <a:pt x="340868" y="572679"/>
                    <a:pt x="360206" y="577269"/>
                    <a:pt x="371475" y="581025"/>
                  </a:cubicBezTo>
                  <a:lnTo>
                    <a:pt x="381000" y="584200"/>
                  </a:lnTo>
                  <a:lnTo>
                    <a:pt x="390525" y="587375"/>
                  </a:lnTo>
                  <a:cubicBezTo>
                    <a:pt x="400588" y="602469"/>
                    <a:pt x="395668" y="593280"/>
                    <a:pt x="403225" y="615950"/>
                  </a:cubicBezTo>
                  <a:cubicBezTo>
                    <a:pt x="406734" y="626476"/>
                    <a:pt x="410567" y="636786"/>
                    <a:pt x="412750" y="647700"/>
                  </a:cubicBezTo>
                  <a:cubicBezTo>
                    <a:pt x="414013" y="654013"/>
                    <a:pt x="414867" y="660400"/>
                    <a:pt x="415925" y="666750"/>
                  </a:cubicBezTo>
                  <a:cubicBezTo>
                    <a:pt x="411803" y="695601"/>
                    <a:pt x="415117" y="681875"/>
                    <a:pt x="406400" y="708025"/>
                  </a:cubicBezTo>
                  <a:cubicBezTo>
                    <a:pt x="405342" y="711200"/>
                    <a:pt x="405081" y="714765"/>
                    <a:pt x="403225" y="717550"/>
                  </a:cubicBezTo>
                  <a:cubicBezTo>
                    <a:pt x="395019" y="729860"/>
                    <a:pt x="398082" y="723455"/>
                    <a:pt x="393700" y="736600"/>
                  </a:cubicBezTo>
                  <a:cubicBezTo>
                    <a:pt x="394758" y="762000"/>
                    <a:pt x="394997" y="787447"/>
                    <a:pt x="396875" y="812800"/>
                  </a:cubicBezTo>
                  <a:cubicBezTo>
                    <a:pt x="397122" y="816138"/>
                    <a:pt x="398553" y="819332"/>
                    <a:pt x="400050" y="822325"/>
                  </a:cubicBezTo>
                  <a:cubicBezTo>
                    <a:pt x="404283" y="830792"/>
                    <a:pt x="407458" y="833967"/>
                    <a:pt x="415925" y="838200"/>
                  </a:cubicBezTo>
                  <a:cubicBezTo>
                    <a:pt x="418918" y="839697"/>
                    <a:pt x="422457" y="839878"/>
                    <a:pt x="425450" y="841375"/>
                  </a:cubicBezTo>
                  <a:cubicBezTo>
                    <a:pt x="428863" y="843082"/>
                    <a:pt x="431488" y="846175"/>
                    <a:pt x="434975" y="847725"/>
                  </a:cubicBezTo>
                  <a:cubicBezTo>
                    <a:pt x="441092" y="850443"/>
                    <a:pt x="447675" y="851958"/>
                    <a:pt x="454025" y="854075"/>
                  </a:cubicBezTo>
                  <a:cubicBezTo>
                    <a:pt x="468670" y="858957"/>
                    <a:pt x="460268" y="856594"/>
                    <a:pt x="479425" y="860425"/>
                  </a:cubicBezTo>
                  <a:cubicBezTo>
                    <a:pt x="506942" y="859367"/>
                    <a:pt x="534558" y="859820"/>
                    <a:pt x="561975" y="857250"/>
                  </a:cubicBezTo>
                  <a:cubicBezTo>
                    <a:pt x="568639" y="856625"/>
                    <a:pt x="575456" y="854613"/>
                    <a:pt x="581025" y="850900"/>
                  </a:cubicBezTo>
                  <a:lnTo>
                    <a:pt x="600075" y="838200"/>
                  </a:lnTo>
                  <a:cubicBezTo>
                    <a:pt x="622766" y="804163"/>
                    <a:pt x="587429" y="855820"/>
                    <a:pt x="615950" y="819150"/>
                  </a:cubicBezTo>
                  <a:cubicBezTo>
                    <a:pt x="620635" y="813126"/>
                    <a:pt x="628650" y="800100"/>
                    <a:pt x="628650" y="800100"/>
                  </a:cubicBezTo>
                  <a:cubicBezTo>
                    <a:pt x="627592" y="781050"/>
                    <a:pt x="627842" y="761882"/>
                    <a:pt x="625475" y="742950"/>
                  </a:cubicBezTo>
                  <a:cubicBezTo>
                    <a:pt x="622745" y="721107"/>
                    <a:pt x="620086" y="728998"/>
                    <a:pt x="612775" y="714375"/>
                  </a:cubicBezTo>
                  <a:cubicBezTo>
                    <a:pt x="611278" y="711382"/>
                    <a:pt x="611097" y="707843"/>
                    <a:pt x="609600" y="704850"/>
                  </a:cubicBezTo>
                  <a:cubicBezTo>
                    <a:pt x="607893" y="701437"/>
                    <a:pt x="604957" y="698738"/>
                    <a:pt x="603250" y="695325"/>
                  </a:cubicBezTo>
                  <a:cubicBezTo>
                    <a:pt x="601753" y="692332"/>
                    <a:pt x="601700" y="688726"/>
                    <a:pt x="600075" y="685800"/>
                  </a:cubicBezTo>
                  <a:cubicBezTo>
                    <a:pt x="579559" y="648871"/>
                    <a:pt x="593387" y="684786"/>
                    <a:pt x="581025" y="647700"/>
                  </a:cubicBezTo>
                  <a:lnTo>
                    <a:pt x="577850" y="638175"/>
                  </a:lnTo>
                  <a:lnTo>
                    <a:pt x="574675" y="628650"/>
                  </a:lnTo>
                  <a:cubicBezTo>
                    <a:pt x="573617" y="619125"/>
                    <a:pt x="572620" y="609593"/>
                    <a:pt x="571500" y="600075"/>
                  </a:cubicBezTo>
                  <a:cubicBezTo>
                    <a:pt x="570503" y="591601"/>
                    <a:pt x="568325" y="583208"/>
                    <a:pt x="568325" y="574675"/>
                  </a:cubicBezTo>
                  <a:cubicBezTo>
                    <a:pt x="568325" y="554539"/>
                    <a:pt x="569101" y="534343"/>
                    <a:pt x="571500" y="514350"/>
                  </a:cubicBezTo>
                  <a:cubicBezTo>
                    <a:pt x="571825" y="511645"/>
                    <a:pt x="578260" y="489487"/>
                    <a:pt x="584200" y="485775"/>
                  </a:cubicBezTo>
                  <a:cubicBezTo>
                    <a:pt x="589876" y="482227"/>
                    <a:pt x="603250" y="479425"/>
                    <a:pt x="603250" y="479425"/>
                  </a:cubicBezTo>
                  <a:cubicBezTo>
                    <a:pt x="611717" y="480483"/>
                    <a:pt x="620234" y="481197"/>
                    <a:pt x="628650" y="482600"/>
                  </a:cubicBezTo>
                  <a:cubicBezTo>
                    <a:pt x="658831" y="487630"/>
                    <a:pt x="621928" y="484244"/>
                    <a:pt x="657225" y="488950"/>
                  </a:cubicBezTo>
                  <a:cubicBezTo>
                    <a:pt x="671419" y="490843"/>
                    <a:pt x="692986" y="491540"/>
                    <a:pt x="708025" y="495300"/>
                  </a:cubicBezTo>
                  <a:cubicBezTo>
                    <a:pt x="714519" y="496923"/>
                    <a:pt x="721506" y="497937"/>
                    <a:pt x="727075" y="501650"/>
                  </a:cubicBezTo>
                  <a:cubicBezTo>
                    <a:pt x="730250" y="503767"/>
                    <a:pt x="732919" y="506996"/>
                    <a:pt x="736600" y="508000"/>
                  </a:cubicBezTo>
                  <a:cubicBezTo>
                    <a:pt x="744832" y="510245"/>
                    <a:pt x="753553" y="509968"/>
                    <a:pt x="762000" y="511175"/>
                  </a:cubicBezTo>
                  <a:cubicBezTo>
                    <a:pt x="768373" y="512085"/>
                    <a:pt x="774737" y="513087"/>
                    <a:pt x="781050" y="514350"/>
                  </a:cubicBezTo>
                  <a:cubicBezTo>
                    <a:pt x="806246" y="519389"/>
                    <a:pt x="780403" y="515776"/>
                    <a:pt x="812800" y="523875"/>
                  </a:cubicBezTo>
                  <a:lnTo>
                    <a:pt x="825500" y="527050"/>
                  </a:lnTo>
                  <a:cubicBezTo>
                    <a:pt x="924265" y="523644"/>
                    <a:pt x="888441" y="533586"/>
                    <a:pt x="936625" y="517525"/>
                  </a:cubicBezTo>
                  <a:cubicBezTo>
                    <a:pt x="939800" y="516467"/>
                    <a:pt x="943365" y="516206"/>
                    <a:pt x="946150" y="514350"/>
                  </a:cubicBezTo>
                  <a:lnTo>
                    <a:pt x="955675" y="508000"/>
                  </a:lnTo>
                  <a:cubicBezTo>
                    <a:pt x="957792" y="504825"/>
                    <a:pt x="960318" y="501888"/>
                    <a:pt x="962025" y="498475"/>
                  </a:cubicBezTo>
                  <a:cubicBezTo>
                    <a:pt x="963522" y="495482"/>
                    <a:pt x="963575" y="491876"/>
                    <a:pt x="965200" y="488950"/>
                  </a:cubicBezTo>
                  <a:cubicBezTo>
                    <a:pt x="968906" y="482279"/>
                    <a:pt x="973667" y="476250"/>
                    <a:pt x="977900" y="469900"/>
                  </a:cubicBezTo>
                  <a:cubicBezTo>
                    <a:pt x="980017" y="466725"/>
                    <a:pt x="983043" y="463995"/>
                    <a:pt x="984250" y="460375"/>
                  </a:cubicBezTo>
                  <a:lnTo>
                    <a:pt x="987425" y="450850"/>
                  </a:lnTo>
                  <a:cubicBezTo>
                    <a:pt x="986367" y="430742"/>
                    <a:pt x="986649" y="410518"/>
                    <a:pt x="984250" y="390525"/>
                  </a:cubicBezTo>
                  <a:cubicBezTo>
                    <a:pt x="983453" y="383879"/>
                    <a:pt x="980017" y="377825"/>
                    <a:pt x="977900" y="371475"/>
                  </a:cubicBezTo>
                  <a:lnTo>
                    <a:pt x="974725" y="361950"/>
                  </a:lnTo>
                  <a:cubicBezTo>
                    <a:pt x="972460" y="355156"/>
                    <a:pt x="970993" y="347969"/>
                    <a:pt x="965200" y="342900"/>
                  </a:cubicBezTo>
                  <a:cubicBezTo>
                    <a:pt x="959457" y="337874"/>
                    <a:pt x="952500" y="334433"/>
                    <a:pt x="946150" y="330200"/>
                  </a:cubicBezTo>
                  <a:lnTo>
                    <a:pt x="936625" y="323850"/>
                  </a:lnTo>
                  <a:lnTo>
                    <a:pt x="927100" y="317500"/>
                  </a:lnTo>
                  <a:cubicBezTo>
                    <a:pt x="923925" y="315383"/>
                    <a:pt x="921195" y="312357"/>
                    <a:pt x="917575" y="311150"/>
                  </a:cubicBezTo>
                  <a:lnTo>
                    <a:pt x="908050" y="307975"/>
                  </a:lnTo>
                  <a:cubicBezTo>
                    <a:pt x="894292" y="309033"/>
                    <a:pt x="880467" y="309438"/>
                    <a:pt x="866775" y="311150"/>
                  </a:cubicBezTo>
                  <a:cubicBezTo>
                    <a:pt x="863454" y="311565"/>
                    <a:pt x="859863" y="312234"/>
                    <a:pt x="857250" y="314325"/>
                  </a:cubicBezTo>
                  <a:cubicBezTo>
                    <a:pt x="854270" y="316709"/>
                    <a:pt x="853598" y="321152"/>
                    <a:pt x="850900" y="323850"/>
                  </a:cubicBezTo>
                  <a:cubicBezTo>
                    <a:pt x="848202" y="326548"/>
                    <a:pt x="844550" y="328083"/>
                    <a:pt x="841375" y="330200"/>
                  </a:cubicBezTo>
                  <a:cubicBezTo>
                    <a:pt x="836329" y="337769"/>
                    <a:pt x="828103" y="352806"/>
                    <a:pt x="819150" y="358775"/>
                  </a:cubicBezTo>
                  <a:cubicBezTo>
                    <a:pt x="816365" y="360631"/>
                    <a:pt x="812800" y="360892"/>
                    <a:pt x="809625" y="361950"/>
                  </a:cubicBezTo>
                  <a:cubicBezTo>
                    <a:pt x="769408" y="360892"/>
                    <a:pt x="729144" y="361007"/>
                    <a:pt x="688975" y="358775"/>
                  </a:cubicBezTo>
                  <a:cubicBezTo>
                    <a:pt x="671936" y="357828"/>
                    <a:pt x="638175" y="352425"/>
                    <a:pt x="638175" y="352425"/>
                  </a:cubicBezTo>
                  <a:lnTo>
                    <a:pt x="619125" y="346075"/>
                  </a:lnTo>
                  <a:cubicBezTo>
                    <a:pt x="615950" y="345017"/>
                    <a:pt x="612385" y="344756"/>
                    <a:pt x="609600" y="342900"/>
                  </a:cubicBezTo>
                  <a:lnTo>
                    <a:pt x="590550" y="330200"/>
                  </a:lnTo>
                  <a:cubicBezTo>
                    <a:pt x="586317" y="323850"/>
                    <a:pt x="580263" y="318390"/>
                    <a:pt x="577850" y="311150"/>
                  </a:cubicBezTo>
                  <a:lnTo>
                    <a:pt x="561975" y="263525"/>
                  </a:lnTo>
                  <a:lnTo>
                    <a:pt x="558800" y="254000"/>
                  </a:lnTo>
                  <a:cubicBezTo>
                    <a:pt x="557742" y="250825"/>
                    <a:pt x="556437" y="247722"/>
                    <a:pt x="555625" y="244475"/>
                  </a:cubicBezTo>
                  <a:lnTo>
                    <a:pt x="546100" y="206375"/>
                  </a:lnTo>
                  <a:cubicBezTo>
                    <a:pt x="543625" y="196476"/>
                    <a:pt x="540306" y="184634"/>
                    <a:pt x="539750" y="174625"/>
                  </a:cubicBezTo>
                  <a:cubicBezTo>
                    <a:pt x="539046" y="161945"/>
                    <a:pt x="539750" y="149225"/>
                    <a:pt x="539750" y="136525"/>
                  </a:cubicBezTo>
                </a:path>
              </a:pathLst>
            </a:custGeom>
            <a:noFill/>
            <a:ln w="28575">
              <a:solidFill>
                <a:srgbClr val="F592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A5712BE6-3604-27A5-A5F3-84FEDB5A4BAB}"/>
              </a:ext>
            </a:extLst>
          </p:cNvPr>
          <p:cNvGrpSpPr/>
          <p:nvPr/>
        </p:nvGrpSpPr>
        <p:grpSpPr>
          <a:xfrm>
            <a:off x="7032784" y="1194103"/>
            <a:ext cx="558799" cy="685746"/>
            <a:chOff x="1574377" y="694256"/>
            <a:chExt cx="558799" cy="685746"/>
          </a:xfrm>
        </p:grpSpPr>
        <p:sp>
          <p:nvSpPr>
            <p:cNvPr id="62" name="Shape 130">
              <a:extLst>
                <a:ext uri="{FF2B5EF4-FFF2-40B4-BE49-F238E27FC236}">
                  <a16:creationId xmlns:a16="http://schemas.microsoft.com/office/drawing/2014/main" id="{A62FE95A-6F13-43D3-D29F-33BE08D7C656}"/>
                </a:ext>
              </a:extLst>
            </p:cNvPr>
            <p:cNvSpPr/>
            <p:nvPr/>
          </p:nvSpPr>
          <p:spPr>
            <a:xfrm>
              <a:off x="1746528" y="694256"/>
              <a:ext cx="131037" cy="137071"/>
            </a:xfrm>
            <a:prstGeom prst="ellipse">
              <a:avLst/>
            </a:prstGeom>
            <a:solidFill>
              <a:srgbClr val="0070C0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5704AD1B-76FE-56FD-E137-3D6570289EA7}"/>
                </a:ext>
              </a:extLst>
            </p:cNvPr>
            <p:cNvSpPr/>
            <p:nvPr/>
          </p:nvSpPr>
          <p:spPr>
            <a:xfrm>
              <a:off x="1574377" y="831835"/>
              <a:ext cx="558799" cy="548167"/>
            </a:xfrm>
            <a:custGeom>
              <a:avLst/>
              <a:gdLst>
                <a:gd name="csX0" fmla="*/ 419100 w 987425"/>
                <a:gd name="csY0" fmla="*/ 0 h 860425"/>
                <a:gd name="csX1" fmla="*/ 422275 w 987425"/>
                <a:gd name="csY1" fmla="*/ 117475 h 860425"/>
                <a:gd name="csX2" fmla="*/ 431800 w 987425"/>
                <a:gd name="csY2" fmla="*/ 177800 h 860425"/>
                <a:gd name="csX3" fmla="*/ 428625 w 987425"/>
                <a:gd name="csY3" fmla="*/ 317500 h 860425"/>
                <a:gd name="csX4" fmla="*/ 422275 w 987425"/>
                <a:gd name="csY4" fmla="*/ 336550 h 860425"/>
                <a:gd name="csX5" fmla="*/ 403225 w 987425"/>
                <a:gd name="csY5" fmla="*/ 352425 h 860425"/>
                <a:gd name="csX6" fmla="*/ 393700 w 987425"/>
                <a:gd name="csY6" fmla="*/ 361950 h 860425"/>
                <a:gd name="csX7" fmla="*/ 384175 w 987425"/>
                <a:gd name="csY7" fmla="*/ 365125 h 860425"/>
                <a:gd name="csX8" fmla="*/ 374650 w 987425"/>
                <a:gd name="csY8" fmla="*/ 371475 h 860425"/>
                <a:gd name="csX9" fmla="*/ 355600 w 987425"/>
                <a:gd name="csY9" fmla="*/ 377825 h 860425"/>
                <a:gd name="csX10" fmla="*/ 292100 w 987425"/>
                <a:gd name="csY10" fmla="*/ 374650 h 860425"/>
                <a:gd name="csX11" fmla="*/ 273050 w 987425"/>
                <a:gd name="csY11" fmla="*/ 368300 h 860425"/>
                <a:gd name="csX12" fmla="*/ 254000 w 987425"/>
                <a:gd name="csY12" fmla="*/ 365125 h 860425"/>
                <a:gd name="csX13" fmla="*/ 222250 w 987425"/>
                <a:gd name="csY13" fmla="*/ 355600 h 860425"/>
                <a:gd name="csX14" fmla="*/ 203200 w 987425"/>
                <a:gd name="csY14" fmla="*/ 349250 h 860425"/>
                <a:gd name="csX15" fmla="*/ 193675 w 987425"/>
                <a:gd name="csY15" fmla="*/ 346075 h 860425"/>
                <a:gd name="csX16" fmla="*/ 184150 w 987425"/>
                <a:gd name="csY16" fmla="*/ 339725 h 860425"/>
                <a:gd name="csX17" fmla="*/ 165100 w 987425"/>
                <a:gd name="csY17" fmla="*/ 333375 h 860425"/>
                <a:gd name="csX18" fmla="*/ 155575 w 987425"/>
                <a:gd name="csY18" fmla="*/ 327025 h 860425"/>
                <a:gd name="csX19" fmla="*/ 136525 w 987425"/>
                <a:gd name="csY19" fmla="*/ 320675 h 860425"/>
                <a:gd name="csX20" fmla="*/ 107950 w 987425"/>
                <a:gd name="csY20" fmla="*/ 314325 h 860425"/>
                <a:gd name="csX21" fmla="*/ 79375 w 987425"/>
                <a:gd name="csY21" fmla="*/ 317500 h 860425"/>
                <a:gd name="csX22" fmla="*/ 50800 w 987425"/>
                <a:gd name="csY22" fmla="*/ 330200 h 860425"/>
                <a:gd name="csX23" fmla="*/ 31750 w 987425"/>
                <a:gd name="csY23" fmla="*/ 339725 h 860425"/>
                <a:gd name="csX24" fmla="*/ 25400 w 987425"/>
                <a:gd name="csY24" fmla="*/ 349250 h 860425"/>
                <a:gd name="csX25" fmla="*/ 9525 w 987425"/>
                <a:gd name="csY25" fmla="*/ 365125 h 860425"/>
                <a:gd name="csX26" fmla="*/ 3175 w 987425"/>
                <a:gd name="csY26" fmla="*/ 384175 h 860425"/>
                <a:gd name="csX27" fmla="*/ 0 w 987425"/>
                <a:gd name="csY27" fmla="*/ 393700 h 860425"/>
                <a:gd name="csX28" fmla="*/ 3175 w 987425"/>
                <a:gd name="csY28" fmla="*/ 466725 h 860425"/>
                <a:gd name="csX29" fmla="*/ 6350 w 987425"/>
                <a:gd name="csY29" fmla="*/ 476250 h 860425"/>
                <a:gd name="csX30" fmla="*/ 12700 w 987425"/>
                <a:gd name="csY30" fmla="*/ 485775 h 860425"/>
                <a:gd name="csX31" fmla="*/ 22225 w 987425"/>
                <a:gd name="csY31" fmla="*/ 504825 h 860425"/>
                <a:gd name="csX32" fmla="*/ 31750 w 987425"/>
                <a:gd name="csY32" fmla="*/ 511175 h 860425"/>
                <a:gd name="csX33" fmla="*/ 47625 w 987425"/>
                <a:gd name="csY33" fmla="*/ 527050 h 860425"/>
                <a:gd name="csX34" fmla="*/ 57150 w 987425"/>
                <a:gd name="csY34" fmla="*/ 536575 h 860425"/>
                <a:gd name="csX35" fmla="*/ 76200 w 987425"/>
                <a:gd name="csY35" fmla="*/ 542925 h 860425"/>
                <a:gd name="csX36" fmla="*/ 85725 w 987425"/>
                <a:gd name="csY36" fmla="*/ 546100 h 860425"/>
                <a:gd name="csX37" fmla="*/ 95250 w 987425"/>
                <a:gd name="csY37" fmla="*/ 549275 h 860425"/>
                <a:gd name="csX38" fmla="*/ 152400 w 987425"/>
                <a:gd name="csY38" fmla="*/ 542925 h 860425"/>
                <a:gd name="csX39" fmla="*/ 161925 w 987425"/>
                <a:gd name="csY39" fmla="*/ 536575 h 860425"/>
                <a:gd name="csX40" fmla="*/ 174625 w 987425"/>
                <a:gd name="csY40" fmla="*/ 517525 h 860425"/>
                <a:gd name="csX41" fmla="*/ 177800 w 987425"/>
                <a:gd name="csY41" fmla="*/ 508000 h 860425"/>
                <a:gd name="csX42" fmla="*/ 184150 w 987425"/>
                <a:gd name="csY42" fmla="*/ 498475 h 860425"/>
                <a:gd name="csX43" fmla="*/ 203200 w 987425"/>
                <a:gd name="csY43" fmla="*/ 492125 h 860425"/>
                <a:gd name="csX44" fmla="*/ 355600 w 987425"/>
                <a:gd name="csY44" fmla="*/ 495300 h 860425"/>
                <a:gd name="csX45" fmla="*/ 352425 w 987425"/>
                <a:gd name="csY45" fmla="*/ 504825 h 860425"/>
                <a:gd name="csX46" fmla="*/ 339725 w 987425"/>
                <a:gd name="csY46" fmla="*/ 523875 h 860425"/>
                <a:gd name="csX47" fmla="*/ 333375 w 987425"/>
                <a:gd name="csY47" fmla="*/ 533400 h 860425"/>
                <a:gd name="csX48" fmla="*/ 330200 w 987425"/>
                <a:gd name="csY48" fmla="*/ 542925 h 860425"/>
                <a:gd name="csX49" fmla="*/ 333375 w 987425"/>
                <a:gd name="csY49" fmla="*/ 561975 h 860425"/>
                <a:gd name="csX50" fmla="*/ 371475 w 987425"/>
                <a:gd name="csY50" fmla="*/ 581025 h 860425"/>
                <a:gd name="csX51" fmla="*/ 381000 w 987425"/>
                <a:gd name="csY51" fmla="*/ 584200 h 860425"/>
                <a:gd name="csX52" fmla="*/ 390525 w 987425"/>
                <a:gd name="csY52" fmla="*/ 587375 h 860425"/>
                <a:gd name="csX53" fmla="*/ 403225 w 987425"/>
                <a:gd name="csY53" fmla="*/ 615950 h 860425"/>
                <a:gd name="csX54" fmla="*/ 412750 w 987425"/>
                <a:gd name="csY54" fmla="*/ 647700 h 860425"/>
                <a:gd name="csX55" fmla="*/ 415925 w 987425"/>
                <a:gd name="csY55" fmla="*/ 666750 h 860425"/>
                <a:gd name="csX56" fmla="*/ 406400 w 987425"/>
                <a:gd name="csY56" fmla="*/ 708025 h 860425"/>
                <a:gd name="csX57" fmla="*/ 403225 w 987425"/>
                <a:gd name="csY57" fmla="*/ 717550 h 860425"/>
                <a:gd name="csX58" fmla="*/ 393700 w 987425"/>
                <a:gd name="csY58" fmla="*/ 736600 h 860425"/>
                <a:gd name="csX59" fmla="*/ 396875 w 987425"/>
                <a:gd name="csY59" fmla="*/ 812800 h 860425"/>
                <a:gd name="csX60" fmla="*/ 400050 w 987425"/>
                <a:gd name="csY60" fmla="*/ 822325 h 860425"/>
                <a:gd name="csX61" fmla="*/ 415925 w 987425"/>
                <a:gd name="csY61" fmla="*/ 838200 h 860425"/>
                <a:gd name="csX62" fmla="*/ 425450 w 987425"/>
                <a:gd name="csY62" fmla="*/ 841375 h 860425"/>
                <a:gd name="csX63" fmla="*/ 434975 w 987425"/>
                <a:gd name="csY63" fmla="*/ 847725 h 860425"/>
                <a:gd name="csX64" fmla="*/ 454025 w 987425"/>
                <a:gd name="csY64" fmla="*/ 854075 h 860425"/>
                <a:gd name="csX65" fmla="*/ 479425 w 987425"/>
                <a:gd name="csY65" fmla="*/ 860425 h 860425"/>
                <a:gd name="csX66" fmla="*/ 561975 w 987425"/>
                <a:gd name="csY66" fmla="*/ 857250 h 860425"/>
                <a:gd name="csX67" fmla="*/ 581025 w 987425"/>
                <a:gd name="csY67" fmla="*/ 850900 h 860425"/>
                <a:gd name="csX68" fmla="*/ 600075 w 987425"/>
                <a:gd name="csY68" fmla="*/ 838200 h 860425"/>
                <a:gd name="csX69" fmla="*/ 615950 w 987425"/>
                <a:gd name="csY69" fmla="*/ 819150 h 860425"/>
                <a:gd name="csX70" fmla="*/ 628650 w 987425"/>
                <a:gd name="csY70" fmla="*/ 800100 h 860425"/>
                <a:gd name="csX71" fmla="*/ 625475 w 987425"/>
                <a:gd name="csY71" fmla="*/ 742950 h 860425"/>
                <a:gd name="csX72" fmla="*/ 612775 w 987425"/>
                <a:gd name="csY72" fmla="*/ 714375 h 860425"/>
                <a:gd name="csX73" fmla="*/ 609600 w 987425"/>
                <a:gd name="csY73" fmla="*/ 704850 h 860425"/>
                <a:gd name="csX74" fmla="*/ 603250 w 987425"/>
                <a:gd name="csY74" fmla="*/ 695325 h 860425"/>
                <a:gd name="csX75" fmla="*/ 600075 w 987425"/>
                <a:gd name="csY75" fmla="*/ 685800 h 860425"/>
                <a:gd name="csX76" fmla="*/ 581025 w 987425"/>
                <a:gd name="csY76" fmla="*/ 647700 h 860425"/>
                <a:gd name="csX77" fmla="*/ 577850 w 987425"/>
                <a:gd name="csY77" fmla="*/ 638175 h 860425"/>
                <a:gd name="csX78" fmla="*/ 574675 w 987425"/>
                <a:gd name="csY78" fmla="*/ 628650 h 860425"/>
                <a:gd name="csX79" fmla="*/ 571500 w 987425"/>
                <a:gd name="csY79" fmla="*/ 600075 h 860425"/>
                <a:gd name="csX80" fmla="*/ 568325 w 987425"/>
                <a:gd name="csY80" fmla="*/ 574675 h 860425"/>
                <a:gd name="csX81" fmla="*/ 571500 w 987425"/>
                <a:gd name="csY81" fmla="*/ 514350 h 860425"/>
                <a:gd name="csX82" fmla="*/ 584200 w 987425"/>
                <a:gd name="csY82" fmla="*/ 485775 h 860425"/>
                <a:gd name="csX83" fmla="*/ 603250 w 987425"/>
                <a:gd name="csY83" fmla="*/ 479425 h 860425"/>
                <a:gd name="csX84" fmla="*/ 628650 w 987425"/>
                <a:gd name="csY84" fmla="*/ 482600 h 860425"/>
                <a:gd name="csX85" fmla="*/ 657225 w 987425"/>
                <a:gd name="csY85" fmla="*/ 488950 h 860425"/>
                <a:gd name="csX86" fmla="*/ 708025 w 987425"/>
                <a:gd name="csY86" fmla="*/ 495300 h 860425"/>
                <a:gd name="csX87" fmla="*/ 727075 w 987425"/>
                <a:gd name="csY87" fmla="*/ 501650 h 860425"/>
                <a:gd name="csX88" fmla="*/ 736600 w 987425"/>
                <a:gd name="csY88" fmla="*/ 508000 h 860425"/>
                <a:gd name="csX89" fmla="*/ 762000 w 987425"/>
                <a:gd name="csY89" fmla="*/ 511175 h 860425"/>
                <a:gd name="csX90" fmla="*/ 781050 w 987425"/>
                <a:gd name="csY90" fmla="*/ 514350 h 860425"/>
                <a:gd name="csX91" fmla="*/ 812800 w 987425"/>
                <a:gd name="csY91" fmla="*/ 523875 h 860425"/>
                <a:gd name="csX92" fmla="*/ 825500 w 987425"/>
                <a:gd name="csY92" fmla="*/ 527050 h 860425"/>
                <a:gd name="csX93" fmla="*/ 936625 w 987425"/>
                <a:gd name="csY93" fmla="*/ 517525 h 860425"/>
                <a:gd name="csX94" fmla="*/ 946150 w 987425"/>
                <a:gd name="csY94" fmla="*/ 514350 h 860425"/>
                <a:gd name="csX95" fmla="*/ 955675 w 987425"/>
                <a:gd name="csY95" fmla="*/ 508000 h 860425"/>
                <a:gd name="csX96" fmla="*/ 962025 w 987425"/>
                <a:gd name="csY96" fmla="*/ 498475 h 860425"/>
                <a:gd name="csX97" fmla="*/ 965200 w 987425"/>
                <a:gd name="csY97" fmla="*/ 488950 h 860425"/>
                <a:gd name="csX98" fmla="*/ 977900 w 987425"/>
                <a:gd name="csY98" fmla="*/ 469900 h 860425"/>
                <a:gd name="csX99" fmla="*/ 984250 w 987425"/>
                <a:gd name="csY99" fmla="*/ 460375 h 860425"/>
                <a:gd name="csX100" fmla="*/ 987425 w 987425"/>
                <a:gd name="csY100" fmla="*/ 450850 h 860425"/>
                <a:gd name="csX101" fmla="*/ 984250 w 987425"/>
                <a:gd name="csY101" fmla="*/ 390525 h 860425"/>
                <a:gd name="csX102" fmla="*/ 977900 w 987425"/>
                <a:gd name="csY102" fmla="*/ 371475 h 860425"/>
                <a:gd name="csX103" fmla="*/ 974725 w 987425"/>
                <a:gd name="csY103" fmla="*/ 361950 h 860425"/>
                <a:gd name="csX104" fmla="*/ 965200 w 987425"/>
                <a:gd name="csY104" fmla="*/ 342900 h 860425"/>
                <a:gd name="csX105" fmla="*/ 946150 w 987425"/>
                <a:gd name="csY105" fmla="*/ 330200 h 860425"/>
                <a:gd name="csX106" fmla="*/ 936625 w 987425"/>
                <a:gd name="csY106" fmla="*/ 323850 h 860425"/>
                <a:gd name="csX107" fmla="*/ 927100 w 987425"/>
                <a:gd name="csY107" fmla="*/ 317500 h 860425"/>
                <a:gd name="csX108" fmla="*/ 917575 w 987425"/>
                <a:gd name="csY108" fmla="*/ 311150 h 860425"/>
                <a:gd name="csX109" fmla="*/ 908050 w 987425"/>
                <a:gd name="csY109" fmla="*/ 307975 h 860425"/>
                <a:gd name="csX110" fmla="*/ 866775 w 987425"/>
                <a:gd name="csY110" fmla="*/ 311150 h 860425"/>
                <a:gd name="csX111" fmla="*/ 857250 w 987425"/>
                <a:gd name="csY111" fmla="*/ 314325 h 860425"/>
                <a:gd name="csX112" fmla="*/ 850900 w 987425"/>
                <a:gd name="csY112" fmla="*/ 323850 h 860425"/>
                <a:gd name="csX113" fmla="*/ 841375 w 987425"/>
                <a:gd name="csY113" fmla="*/ 330200 h 860425"/>
                <a:gd name="csX114" fmla="*/ 819150 w 987425"/>
                <a:gd name="csY114" fmla="*/ 358775 h 860425"/>
                <a:gd name="csX115" fmla="*/ 809625 w 987425"/>
                <a:gd name="csY115" fmla="*/ 361950 h 860425"/>
                <a:gd name="csX116" fmla="*/ 688975 w 987425"/>
                <a:gd name="csY116" fmla="*/ 358775 h 860425"/>
                <a:gd name="csX117" fmla="*/ 638175 w 987425"/>
                <a:gd name="csY117" fmla="*/ 352425 h 860425"/>
                <a:gd name="csX118" fmla="*/ 619125 w 987425"/>
                <a:gd name="csY118" fmla="*/ 346075 h 860425"/>
                <a:gd name="csX119" fmla="*/ 609600 w 987425"/>
                <a:gd name="csY119" fmla="*/ 342900 h 860425"/>
                <a:gd name="csX120" fmla="*/ 590550 w 987425"/>
                <a:gd name="csY120" fmla="*/ 330200 h 860425"/>
                <a:gd name="csX121" fmla="*/ 577850 w 987425"/>
                <a:gd name="csY121" fmla="*/ 311150 h 860425"/>
                <a:gd name="csX122" fmla="*/ 561975 w 987425"/>
                <a:gd name="csY122" fmla="*/ 263525 h 860425"/>
                <a:gd name="csX123" fmla="*/ 558800 w 987425"/>
                <a:gd name="csY123" fmla="*/ 254000 h 860425"/>
                <a:gd name="csX124" fmla="*/ 555625 w 987425"/>
                <a:gd name="csY124" fmla="*/ 244475 h 860425"/>
                <a:gd name="csX125" fmla="*/ 546100 w 987425"/>
                <a:gd name="csY125" fmla="*/ 206375 h 860425"/>
                <a:gd name="csX126" fmla="*/ 539750 w 987425"/>
                <a:gd name="csY126" fmla="*/ 174625 h 860425"/>
                <a:gd name="csX127" fmla="*/ 539750 w 987425"/>
                <a:gd name="csY127" fmla="*/ 136525 h 860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</a:cxnLst>
              <a:rect l="l" t="t" r="r" b="b"/>
              <a:pathLst>
                <a:path w="987425" h="860425">
                  <a:moveTo>
                    <a:pt x="419100" y="0"/>
                  </a:moveTo>
                  <a:cubicBezTo>
                    <a:pt x="420158" y="39158"/>
                    <a:pt x="419975" y="78370"/>
                    <a:pt x="422275" y="117475"/>
                  </a:cubicBezTo>
                  <a:cubicBezTo>
                    <a:pt x="423461" y="137629"/>
                    <a:pt x="427827" y="157935"/>
                    <a:pt x="431800" y="177800"/>
                  </a:cubicBezTo>
                  <a:cubicBezTo>
                    <a:pt x="430742" y="224367"/>
                    <a:pt x="431415" y="271005"/>
                    <a:pt x="428625" y="317500"/>
                  </a:cubicBezTo>
                  <a:cubicBezTo>
                    <a:pt x="428224" y="324181"/>
                    <a:pt x="427008" y="331817"/>
                    <a:pt x="422275" y="336550"/>
                  </a:cubicBezTo>
                  <a:cubicBezTo>
                    <a:pt x="394448" y="364377"/>
                    <a:pt x="429747" y="330323"/>
                    <a:pt x="403225" y="352425"/>
                  </a:cubicBezTo>
                  <a:cubicBezTo>
                    <a:pt x="399776" y="355300"/>
                    <a:pt x="397436" y="359459"/>
                    <a:pt x="393700" y="361950"/>
                  </a:cubicBezTo>
                  <a:cubicBezTo>
                    <a:pt x="390915" y="363806"/>
                    <a:pt x="387168" y="363628"/>
                    <a:pt x="384175" y="365125"/>
                  </a:cubicBezTo>
                  <a:cubicBezTo>
                    <a:pt x="380762" y="366832"/>
                    <a:pt x="378137" y="369925"/>
                    <a:pt x="374650" y="371475"/>
                  </a:cubicBezTo>
                  <a:cubicBezTo>
                    <a:pt x="368533" y="374193"/>
                    <a:pt x="355600" y="377825"/>
                    <a:pt x="355600" y="377825"/>
                  </a:cubicBezTo>
                  <a:cubicBezTo>
                    <a:pt x="334433" y="376767"/>
                    <a:pt x="313153" y="377079"/>
                    <a:pt x="292100" y="374650"/>
                  </a:cubicBezTo>
                  <a:cubicBezTo>
                    <a:pt x="285451" y="373883"/>
                    <a:pt x="279652" y="369400"/>
                    <a:pt x="273050" y="368300"/>
                  </a:cubicBezTo>
                  <a:cubicBezTo>
                    <a:pt x="266700" y="367242"/>
                    <a:pt x="260313" y="366388"/>
                    <a:pt x="254000" y="365125"/>
                  </a:cubicBezTo>
                  <a:cubicBezTo>
                    <a:pt x="242004" y="362726"/>
                    <a:pt x="234399" y="359650"/>
                    <a:pt x="222250" y="355600"/>
                  </a:cubicBezTo>
                  <a:lnTo>
                    <a:pt x="203200" y="349250"/>
                  </a:lnTo>
                  <a:cubicBezTo>
                    <a:pt x="200025" y="348192"/>
                    <a:pt x="196460" y="347931"/>
                    <a:pt x="193675" y="346075"/>
                  </a:cubicBezTo>
                  <a:cubicBezTo>
                    <a:pt x="190500" y="343958"/>
                    <a:pt x="187637" y="341275"/>
                    <a:pt x="184150" y="339725"/>
                  </a:cubicBezTo>
                  <a:cubicBezTo>
                    <a:pt x="178033" y="337007"/>
                    <a:pt x="170669" y="337088"/>
                    <a:pt x="165100" y="333375"/>
                  </a:cubicBezTo>
                  <a:cubicBezTo>
                    <a:pt x="161925" y="331258"/>
                    <a:pt x="159062" y="328575"/>
                    <a:pt x="155575" y="327025"/>
                  </a:cubicBezTo>
                  <a:cubicBezTo>
                    <a:pt x="149458" y="324307"/>
                    <a:pt x="142875" y="322792"/>
                    <a:pt x="136525" y="320675"/>
                  </a:cubicBezTo>
                  <a:cubicBezTo>
                    <a:pt x="120893" y="315464"/>
                    <a:pt x="130301" y="318050"/>
                    <a:pt x="107950" y="314325"/>
                  </a:cubicBezTo>
                  <a:cubicBezTo>
                    <a:pt x="98425" y="315383"/>
                    <a:pt x="88773" y="315620"/>
                    <a:pt x="79375" y="317500"/>
                  </a:cubicBezTo>
                  <a:cubicBezTo>
                    <a:pt x="52071" y="322961"/>
                    <a:pt x="68536" y="321332"/>
                    <a:pt x="50800" y="330200"/>
                  </a:cubicBezTo>
                  <a:cubicBezTo>
                    <a:pt x="24510" y="343345"/>
                    <a:pt x="59047" y="321527"/>
                    <a:pt x="31750" y="339725"/>
                  </a:cubicBezTo>
                  <a:cubicBezTo>
                    <a:pt x="29633" y="342900"/>
                    <a:pt x="28098" y="346552"/>
                    <a:pt x="25400" y="349250"/>
                  </a:cubicBezTo>
                  <a:cubicBezTo>
                    <a:pt x="14393" y="360257"/>
                    <a:pt x="16298" y="349885"/>
                    <a:pt x="9525" y="365125"/>
                  </a:cubicBezTo>
                  <a:cubicBezTo>
                    <a:pt x="6807" y="371242"/>
                    <a:pt x="5292" y="377825"/>
                    <a:pt x="3175" y="384175"/>
                  </a:cubicBezTo>
                  <a:lnTo>
                    <a:pt x="0" y="393700"/>
                  </a:lnTo>
                  <a:cubicBezTo>
                    <a:pt x="1058" y="418042"/>
                    <a:pt x="1306" y="442432"/>
                    <a:pt x="3175" y="466725"/>
                  </a:cubicBezTo>
                  <a:cubicBezTo>
                    <a:pt x="3432" y="470062"/>
                    <a:pt x="4853" y="473257"/>
                    <a:pt x="6350" y="476250"/>
                  </a:cubicBezTo>
                  <a:cubicBezTo>
                    <a:pt x="8057" y="479663"/>
                    <a:pt x="10993" y="482362"/>
                    <a:pt x="12700" y="485775"/>
                  </a:cubicBezTo>
                  <a:cubicBezTo>
                    <a:pt x="17865" y="496104"/>
                    <a:pt x="13126" y="495726"/>
                    <a:pt x="22225" y="504825"/>
                  </a:cubicBezTo>
                  <a:cubicBezTo>
                    <a:pt x="24923" y="507523"/>
                    <a:pt x="28575" y="509058"/>
                    <a:pt x="31750" y="511175"/>
                  </a:cubicBezTo>
                  <a:cubicBezTo>
                    <a:pt x="43392" y="528638"/>
                    <a:pt x="31750" y="513821"/>
                    <a:pt x="47625" y="527050"/>
                  </a:cubicBezTo>
                  <a:cubicBezTo>
                    <a:pt x="51074" y="529925"/>
                    <a:pt x="53225" y="534394"/>
                    <a:pt x="57150" y="536575"/>
                  </a:cubicBezTo>
                  <a:cubicBezTo>
                    <a:pt x="63001" y="539826"/>
                    <a:pt x="69850" y="540808"/>
                    <a:pt x="76200" y="542925"/>
                  </a:cubicBezTo>
                  <a:lnTo>
                    <a:pt x="85725" y="546100"/>
                  </a:lnTo>
                  <a:lnTo>
                    <a:pt x="95250" y="549275"/>
                  </a:lnTo>
                  <a:cubicBezTo>
                    <a:pt x="101200" y="548878"/>
                    <a:pt x="137250" y="550500"/>
                    <a:pt x="152400" y="542925"/>
                  </a:cubicBezTo>
                  <a:cubicBezTo>
                    <a:pt x="155813" y="541218"/>
                    <a:pt x="158750" y="538692"/>
                    <a:pt x="161925" y="536575"/>
                  </a:cubicBezTo>
                  <a:cubicBezTo>
                    <a:pt x="166158" y="530225"/>
                    <a:pt x="172212" y="524765"/>
                    <a:pt x="174625" y="517525"/>
                  </a:cubicBezTo>
                  <a:cubicBezTo>
                    <a:pt x="175683" y="514350"/>
                    <a:pt x="176303" y="510993"/>
                    <a:pt x="177800" y="508000"/>
                  </a:cubicBezTo>
                  <a:cubicBezTo>
                    <a:pt x="179507" y="504587"/>
                    <a:pt x="180914" y="500497"/>
                    <a:pt x="184150" y="498475"/>
                  </a:cubicBezTo>
                  <a:cubicBezTo>
                    <a:pt x="189826" y="494927"/>
                    <a:pt x="203200" y="492125"/>
                    <a:pt x="203200" y="492125"/>
                  </a:cubicBezTo>
                  <a:lnTo>
                    <a:pt x="355600" y="495300"/>
                  </a:lnTo>
                  <a:cubicBezTo>
                    <a:pt x="358935" y="495584"/>
                    <a:pt x="354050" y="501899"/>
                    <a:pt x="352425" y="504825"/>
                  </a:cubicBezTo>
                  <a:cubicBezTo>
                    <a:pt x="348719" y="511496"/>
                    <a:pt x="343958" y="517525"/>
                    <a:pt x="339725" y="523875"/>
                  </a:cubicBezTo>
                  <a:cubicBezTo>
                    <a:pt x="337608" y="527050"/>
                    <a:pt x="334582" y="529780"/>
                    <a:pt x="333375" y="533400"/>
                  </a:cubicBezTo>
                  <a:lnTo>
                    <a:pt x="330200" y="542925"/>
                  </a:lnTo>
                  <a:cubicBezTo>
                    <a:pt x="331258" y="549275"/>
                    <a:pt x="329683" y="556701"/>
                    <a:pt x="333375" y="561975"/>
                  </a:cubicBezTo>
                  <a:cubicBezTo>
                    <a:pt x="340868" y="572679"/>
                    <a:pt x="360206" y="577269"/>
                    <a:pt x="371475" y="581025"/>
                  </a:cubicBezTo>
                  <a:lnTo>
                    <a:pt x="381000" y="584200"/>
                  </a:lnTo>
                  <a:lnTo>
                    <a:pt x="390525" y="587375"/>
                  </a:lnTo>
                  <a:cubicBezTo>
                    <a:pt x="400588" y="602469"/>
                    <a:pt x="395668" y="593280"/>
                    <a:pt x="403225" y="615950"/>
                  </a:cubicBezTo>
                  <a:cubicBezTo>
                    <a:pt x="406734" y="626476"/>
                    <a:pt x="410567" y="636786"/>
                    <a:pt x="412750" y="647700"/>
                  </a:cubicBezTo>
                  <a:cubicBezTo>
                    <a:pt x="414013" y="654013"/>
                    <a:pt x="414867" y="660400"/>
                    <a:pt x="415925" y="666750"/>
                  </a:cubicBezTo>
                  <a:cubicBezTo>
                    <a:pt x="411803" y="695601"/>
                    <a:pt x="415117" y="681875"/>
                    <a:pt x="406400" y="708025"/>
                  </a:cubicBezTo>
                  <a:cubicBezTo>
                    <a:pt x="405342" y="711200"/>
                    <a:pt x="405081" y="714765"/>
                    <a:pt x="403225" y="717550"/>
                  </a:cubicBezTo>
                  <a:cubicBezTo>
                    <a:pt x="395019" y="729860"/>
                    <a:pt x="398082" y="723455"/>
                    <a:pt x="393700" y="736600"/>
                  </a:cubicBezTo>
                  <a:cubicBezTo>
                    <a:pt x="394758" y="762000"/>
                    <a:pt x="394997" y="787447"/>
                    <a:pt x="396875" y="812800"/>
                  </a:cubicBezTo>
                  <a:cubicBezTo>
                    <a:pt x="397122" y="816138"/>
                    <a:pt x="398553" y="819332"/>
                    <a:pt x="400050" y="822325"/>
                  </a:cubicBezTo>
                  <a:cubicBezTo>
                    <a:pt x="404283" y="830792"/>
                    <a:pt x="407458" y="833967"/>
                    <a:pt x="415925" y="838200"/>
                  </a:cubicBezTo>
                  <a:cubicBezTo>
                    <a:pt x="418918" y="839697"/>
                    <a:pt x="422457" y="839878"/>
                    <a:pt x="425450" y="841375"/>
                  </a:cubicBezTo>
                  <a:cubicBezTo>
                    <a:pt x="428863" y="843082"/>
                    <a:pt x="431488" y="846175"/>
                    <a:pt x="434975" y="847725"/>
                  </a:cubicBezTo>
                  <a:cubicBezTo>
                    <a:pt x="441092" y="850443"/>
                    <a:pt x="447675" y="851958"/>
                    <a:pt x="454025" y="854075"/>
                  </a:cubicBezTo>
                  <a:cubicBezTo>
                    <a:pt x="468670" y="858957"/>
                    <a:pt x="460268" y="856594"/>
                    <a:pt x="479425" y="860425"/>
                  </a:cubicBezTo>
                  <a:cubicBezTo>
                    <a:pt x="506942" y="859367"/>
                    <a:pt x="534558" y="859820"/>
                    <a:pt x="561975" y="857250"/>
                  </a:cubicBezTo>
                  <a:cubicBezTo>
                    <a:pt x="568639" y="856625"/>
                    <a:pt x="575456" y="854613"/>
                    <a:pt x="581025" y="850900"/>
                  </a:cubicBezTo>
                  <a:lnTo>
                    <a:pt x="600075" y="838200"/>
                  </a:lnTo>
                  <a:cubicBezTo>
                    <a:pt x="622766" y="804163"/>
                    <a:pt x="587429" y="855820"/>
                    <a:pt x="615950" y="819150"/>
                  </a:cubicBezTo>
                  <a:cubicBezTo>
                    <a:pt x="620635" y="813126"/>
                    <a:pt x="628650" y="800100"/>
                    <a:pt x="628650" y="800100"/>
                  </a:cubicBezTo>
                  <a:cubicBezTo>
                    <a:pt x="627592" y="781050"/>
                    <a:pt x="627842" y="761882"/>
                    <a:pt x="625475" y="742950"/>
                  </a:cubicBezTo>
                  <a:cubicBezTo>
                    <a:pt x="622745" y="721107"/>
                    <a:pt x="620086" y="728998"/>
                    <a:pt x="612775" y="714375"/>
                  </a:cubicBezTo>
                  <a:cubicBezTo>
                    <a:pt x="611278" y="711382"/>
                    <a:pt x="611097" y="707843"/>
                    <a:pt x="609600" y="704850"/>
                  </a:cubicBezTo>
                  <a:cubicBezTo>
                    <a:pt x="607893" y="701437"/>
                    <a:pt x="604957" y="698738"/>
                    <a:pt x="603250" y="695325"/>
                  </a:cubicBezTo>
                  <a:cubicBezTo>
                    <a:pt x="601753" y="692332"/>
                    <a:pt x="601700" y="688726"/>
                    <a:pt x="600075" y="685800"/>
                  </a:cubicBezTo>
                  <a:cubicBezTo>
                    <a:pt x="579559" y="648871"/>
                    <a:pt x="593387" y="684786"/>
                    <a:pt x="581025" y="647700"/>
                  </a:cubicBezTo>
                  <a:lnTo>
                    <a:pt x="577850" y="638175"/>
                  </a:lnTo>
                  <a:lnTo>
                    <a:pt x="574675" y="628650"/>
                  </a:lnTo>
                  <a:cubicBezTo>
                    <a:pt x="573617" y="619125"/>
                    <a:pt x="572620" y="609593"/>
                    <a:pt x="571500" y="600075"/>
                  </a:cubicBezTo>
                  <a:cubicBezTo>
                    <a:pt x="570503" y="591601"/>
                    <a:pt x="568325" y="583208"/>
                    <a:pt x="568325" y="574675"/>
                  </a:cubicBezTo>
                  <a:cubicBezTo>
                    <a:pt x="568325" y="554539"/>
                    <a:pt x="569101" y="534343"/>
                    <a:pt x="571500" y="514350"/>
                  </a:cubicBezTo>
                  <a:cubicBezTo>
                    <a:pt x="571825" y="511645"/>
                    <a:pt x="578260" y="489487"/>
                    <a:pt x="584200" y="485775"/>
                  </a:cubicBezTo>
                  <a:cubicBezTo>
                    <a:pt x="589876" y="482227"/>
                    <a:pt x="603250" y="479425"/>
                    <a:pt x="603250" y="479425"/>
                  </a:cubicBezTo>
                  <a:cubicBezTo>
                    <a:pt x="611717" y="480483"/>
                    <a:pt x="620234" y="481197"/>
                    <a:pt x="628650" y="482600"/>
                  </a:cubicBezTo>
                  <a:cubicBezTo>
                    <a:pt x="658831" y="487630"/>
                    <a:pt x="621928" y="484244"/>
                    <a:pt x="657225" y="488950"/>
                  </a:cubicBezTo>
                  <a:cubicBezTo>
                    <a:pt x="671419" y="490843"/>
                    <a:pt x="692986" y="491540"/>
                    <a:pt x="708025" y="495300"/>
                  </a:cubicBezTo>
                  <a:cubicBezTo>
                    <a:pt x="714519" y="496923"/>
                    <a:pt x="721506" y="497937"/>
                    <a:pt x="727075" y="501650"/>
                  </a:cubicBezTo>
                  <a:cubicBezTo>
                    <a:pt x="730250" y="503767"/>
                    <a:pt x="732919" y="506996"/>
                    <a:pt x="736600" y="508000"/>
                  </a:cubicBezTo>
                  <a:cubicBezTo>
                    <a:pt x="744832" y="510245"/>
                    <a:pt x="753553" y="509968"/>
                    <a:pt x="762000" y="511175"/>
                  </a:cubicBezTo>
                  <a:cubicBezTo>
                    <a:pt x="768373" y="512085"/>
                    <a:pt x="774737" y="513087"/>
                    <a:pt x="781050" y="514350"/>
                  </a:cubicBezTo>
                  <a:cubicBezTo>
                    <a:pt x="806246" y="519389"/>
                    <a:pt x="780403" y="515776"/>
                    <a:pt x="812800" y="523875"/>
                  </a:cubicBezTo>
                  <a:lnTo>
                    <a:pt x="825500" y="527050"/>
                  </a:lnTo>
                  <a:cubicBezTo>
                    <a:pt x="924265" y="523644"/>
                    <a:pt x="888441" y="533586"/>
                    <a:pt x="936625" y="517525"/>
                  </a:cubicBezTo>
                  <a:cubicBezTo>
                    <a:pt x="939800" y="516467"/>
                    <a:pt x="943365" y="516206"/>
                    <a:pt x="946150" y="514350"/>
                  </a:cubicBezTo>
                  <a:lnTo>
                    <a:pt x="955675" y="508000"/>
                  </a:lnTo>
                  <a:cubicBezTo>
                    <a:pt x="957792" y="504825"/>
                    <a:pt x="960318" y="501888"/>
                    <a:pt x="962025" y="498475"/>
                  </a:cubicBezTo>
                  <a:cubicBezTo>
                    <a:pt x="963522" y="495482"/>
                    <a:pt x="963575" y="491876"/>
                    <a:pt x="965200" y="488950"/>
                  </a:cubicBezTo>
                  <a:cubicBezTo>
                    <a:pt x="968906" y="482279"/>
                    <a:pt x="973667" y="476250"/>
                    <a:pt x="977900" y="469900"/>
                  </a:cubicBezTo>
                  <a:cubicBezTo>
                    <a:pt x="980017" y="466725"/>
                    <a:pt x="983043" y="463995"/>
                    <a:pt x="984250" y="460375"/>
                  </a:cubicBezTo>
                  <a:lnTo>
                    <a:pt x="987425" y="450850"/>
                  </a:lnTo>
                  <a:cubicBezTo>
                    <a:pt x="986367" y="430742"/>
                    <a:pt x="986649" y="410518"/>
                    <a:pt x="984250" y="390525"/>
                  </a:cubicBezTo>
                  <a:cubicBezTo>
                    <a:pt x="983453" y="383879"/>
                    <a:pt x="980017" y="377825"/>
                    <a:pt x="977900" y="371475"/>
                  </a:cubicBezTo>
                  <a:lnTo>
                    <a:pt x="974725" y="361950"/>
                  </a:lnTo>
                  <a:cubicBezTo>
                    <a:pt x="972460" y="355156"/>
                    <a:pt x="970993" y="347969"/>
                    <a:pt x="965200" y="342900"/>
                  </a:cubicBezTo>
                  <a:cubicBezTo>
                    <a:pt x="959457" y="337874"/>
                    <a:pt x="952500" y="334433"/>
                    <a:pt x="946150" y="330200"/>
                  </a:cubicBezTo>
                  <a:lnTo>
                    <a:pt x="936625" y="323850"/>
                  </a:lnTo>
                  <a:lnTo>
                    <a:pt x="927100" y="317500"/>
                  </a:lnTo>
                  <a:cubicBezTo>
                    <a:pt x="923925" y="315383"/>
                    <a:pt x="921195" y="312357"/>
                    <a:pt x="917575" y="311150"/>
                  </a:cubicBezTo>
                  <a:lnTo>
                    <a:pt x="908050" y="307975"/>
                  </a:lnTo>
                  <a:cubicBezTo>
                    <a:pt x="894292" y="309033"/>
                    <a:pt x="880467" y="309438"/>
                    <a:pt x="866775" y="311150"/>
                  </a:cubicBezTo>
                  <a:cubicBezTo>
                    <a:pt x="863454" y="311565"/>
                    <a:pt x="859863" y="312234"/>
                    <a:pt x="857250" y="314325"/>
                  </a:cubicBezTo>
                  <a:cubicBezTo>
                    <a:pt x="854270" y="316709"/>
                    <a:pt x="853598" y="321152"/>
                    <a:pt x="850900" y="323850"/>
                  </a:cubicBezTo>
                  <a:cubicBezTo>
                    <a:pt x="848202" y="326548"/>
                    <a:pt x="844550" y="328083"/>
                    <a:pt x="841375" y="330200"/>
                  </a:cubicBezTo>
                  <a:cubicBezTo>
                    <a:pt x="836329" y="337769"/>
                    <a:pt x="828103" y="352806"/>
                    <a:pt x="819150" y="358775"/>
                  </a:cubicBezTo>
                  <a:cubicBezTo>
                    <a:pt x="816365" y="360631"/>
                    <a:pt x="812800" y="360892"/>
                    <a:pt x="809625" y="361950"/>
                  </a:cubicBezTo>
                  <a:cubicBezTo>
                    <a:pt x="769408" y="360892"/>
                    <a:pt x="729144" y="361007"/>
                    <a:pt x="688975" y="358775"/>
                  </a:cubicBezTo>
                  <a:cubicBezTo>
                    <a:pt x="671936" y="357828"/>
                    <a:pt x="638175" y="352425"/>
                    <a:pt x="638175" y="352425"/>
                  </a:cubicBezTo>
                  <a:lnTo>
                    <a:pt x="619125" y="346075"/>
                  </a:lnTo>
                  <a:cubicBezTo>
                    <a:pt x="615950" y="345017"/>
                    <a:pt x="612385" y="344756"/>
                    <a:pt x="609600" y="342900"/>
                  </a:cubicBezTo>
                  <a:lnTo>
                    <a:pt x="590550" y="330200"/>
                  </a:lnTo>
                  <a:cubicBezTo>
                    <a:pt x="586317" y="323850"/>
                    <a:pt x="580263" y="318390"/>
                    <a:pt x="577850" y="311150"/>
                  </a:cubicBezTo>
                  <a:lnTo>
                    <a:pt x="561975" y="263525"/>
                  </a:lnTo>
                  <a:lnTo>
                    <a:pt x="558800" y="254000"/>
                  </a:lnTo>
                  <a:cubicBezTo>
                    <a:pt x="557742" y="250825"/>
                    <a:pt x="556437" y="247722"/>
                    <a:pt x="555625" y="244475"/>
                  </a:cubicBezTo>
                  <a:lnTo>
                    <a:pt x="546100" y="206375"/>
                  </a:lnTo>
                  <a:cubicBezTo>
                    <a:pt x="543625" y="196476"/>
                    <a:pt x="540306" y="184634"/>
                    <a:pt x="539750" y="174625"/>
                  </a:cubicBezTo>
                  <a:cubicBezTo>
                    <a:pt x="539046" y="161945"/>
                    <a:pt x="539750" y="149225"/>
                    <a:pt x="539750" y="136525"/>
                  </a:cubicBezTo>
                </a:path>
              </a:pathLst>
            </a:cu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8C57151F-B417-D467-3767-0B6DCB074523}"/>
              </a:ext>
            </a:extLst>
          </p:cNvPr>
          <p:cNvGrpSpPr/>
          <p:nvPr/>
        </p:nvGrpSpPr>
        <p:grpSpPr>
          <a:xfrm>
            <a:off x="7864527" y="849033"/>
            <a:ext cx="591672" cy="658601"/>
            <a:chOff x="825999" y="751842"/>
            <a:chExt cx="591672" cy="658601"/>
          </a:xfrm>
        </p:grpSpPr>
        <p:sp>
          <p:nvSpPr>
            <p:cNvPr id="66" name="Shape 135">
              <a:extLst>
                <a:ext uri="{FF2B5EF4-FFF2-40B4-BE49-F238E27FC236}">
                  <a16:creationId xmlns:a16="http://schemas.microsoft.com/office/drawing/2014/main" id="{23C625D0-DC75-019C-EB9F-DEEFD1A694C0}"/>
                </a:ext>
              </a:extLst>
            </p:cNvPr>
            <p:cNvSpPr/>
            <p:nvPr/>
          </p:nvSpPr>
          <p:spPr>
            <a:xfrm>
              <a:off x="1016554" y="751842"/>
              <a:ext cx="131037" cy="137071"/>
            </a:xfrm>
            <a:prstGeom prst="ellipse">
              <a:avLst/>
            </a:prstGeom>
            <a:solidFill>
              <a:schemeClr val="accent2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EE5D9330-4B9F-A841-4D0E-D21C61F9DB2C}"/>
                </a:ext>
              </a:extLst>
            </p:cNvPr>
            <p:cNvSpPr/>
            <p:nvPr/>
          </p:nvSpPr>
          <p:spPr>
            <a:xfrm>
              <a:off x="825999" y="888602"/>
              <a:ext cx="591672" cy="521841"/>
            </a:xfrm>
            <a:custGeom>
              <a:avLst/>
              <a:gdLst>
                <a:gd name="csX0" fmla="*/ 419100 w 987425"/>
                <a:gd name="csY0" fmla="*/ 0 h 860425"/>
                <a:gd name="csX1" fmla="*/ 422275 w 987425"/>
                <a:gd name="csY1" fmla="*/ 117475 h 860425"/>
                <a:gd name="csX2" fmla="*/ 431800 w 987425"/>
                <a:gd name="csY2" fmla="*/ 177800 h 860425"/>
                <a:gd name="csX3" fmla="*/ 428625 w 987425"/>
                <a:gd name="csY3" fmla="*/ 317500 h 860425"/>
                <a:gd name="csX4" fmla="*/ 422275 w 987425"/>
                <a:gd name="csY4" fmla="*/ 336550 h 860425"/>
                <a:gd name="csX5" fmla="*/ 403225 w 987425"/>
                <a:gd name="csY5" fmla="*/ 352425 h 860425"/>
                <a:gd name="csX6" fmla="*/ 393700 w 987425"/>
                <a:gd name="csY6" fmla="*/ 361950 h 860425"/>
                <a:gd name="csX7" fmla="*/ 384175 w 987425"/>
                <a:gd name="csY7" fmla="*/ 365125 h 860425"/>
                <a:gd name="csX8" fmla="*/ 374650 w 987425"/>
                <a:gd name="csY8" fmla="*/ 371475 h 860425"/>
                <a:gd name="csX9" fmla="*/ 355600 w 987425"/>
                <a:gd name="csY9" fmla="*/ 377825 h 860425"/>
                <a:gd name="csX10" fmla="*/ 292100 w 987425"/>
                <a:gd name="csY10" fmla="*/ 374650 h 860425"/>
                <a:gd name="csX11" fmla="*/ 273050 w 987425"/>
                <a:gd name="csY11" fmla="*/ 368300 h 860425"/>
                <a:gd name="csX12" fmla="*/ 254000 w 987425"/>
                <a:gd name="csY12" fmla="*/ 365125 h 860425"/>
                <a:gd name="csX13" fmla="*/ 222250 w 987425"/>
                <a:gd name="csY13" fmla="*/ 355600 h 860425"/>
                <a:gd name="csX14" fmla="*/ 203200 w 987425"/>
                <a:gd name="csY14" fmla="*/ 349250 h 860425"/>
                <a:gd name="csX15" fmla="*/ 193675 w 987425"/>
                <a:gd name="csY15" fmla="*/ 346075 h 860425"/>
                <a:gd name="csX16" fmla="*/ 184150 w 987425"/>
                <a:gd name="csY16" fmla="*/ 339725 h 860425"/>
                <a:gd name="csX17" fmla="*/ 165100 w 987425"/>
                <a:gd name="csY17" fmla="*/ 333375 h 860425"/>
                <a:gd name="csX18" fmla="*/ 155575 w 987425"/>
                <a:gd name="csY18" fmla="*/ 327025 h 860425"/>
                <a:gd name="csX19" fmla="*/ 136525 w 987425"/>
                <a:gd name="csY19" fmla="*/ 320675 h 860425"/>
                <a:gd name="csX20" fmla="*/ 107950 w 987425"/>
                <a:gd name="csY20" fmla="*/ 314325 h 860425"/>
                <a:gd name="csX21" fmla="*/ 79375 w 987425"/>
                <a:gd name="csY21" fmla="*/ 317500 h 860425"/>
                <a:gd name="csX22" fmla="*/ 50800 w 987425"/>
                <a:gd name="csY22" fmla="*/ 330200 h 860425"/>
                <a:gd name="csX23" fmla="*/ 31750 w 987425"/>
                <a:gd name="csY23" fmla="*/ 339725 h 860425"/>
                <a:gd name="csX24" fmla="*/ 25400 w 987425"/>
                <a:gd name="csY24" fmla="*/ 349250 h 860425"/>
                <a:gd name="csX25" fmla="*/ 9525 w 987425"/>
                <a:gd name="csY25" fmla="*/ 365125 h 860425"/>
                <a:gd name="csX26" fmla="*/ 3175 w 987425"/>
                <a:gd name="csY26" fmla="*/ 384175 h 860425"/>
                <a:gd name="csX27" fmla="*/ 0 w 987425"/>
                <a:gd name="csY27" fmla="*/ 393700 h 860425"/>
                <a:gd name="csX28" fmla="*/ 3175 w 987425"/>
                <a:gd name="csY28" fmla="*/ 466725 h 860425"/>
                <a:gd name="csX29" fmla="*/ 6350 w 987425"/>
                <a:gd name="csY29" fmla="*/ 476250 h 860425"/>
                <a:gd name="csX30" fmla="*/ 12700 w 987425"/>
                <a:gd name="csY30" fmla="*/ 485775 h 860425"/>
                <a:gd name="csX31" fmla="*/ 22225 w 987425"/>
                <a:gd name="csY31" fmla="*/ 504825 h 860425"/>
                <a:gd name="csX32" fmla="*/ 31750 w 987425"/>
                <a:gd name="csY32" fmla="*/ 511175 h 860425"/>
                <a:gd name="csX33" fmla="*/ 47625 w 987425"/>
                <a:gd name="csY33" fmla="*/ 527050 h 860425"/>
                <a:gd name="csX34" fmla="*/ 57150 w 987425"/>
                <a:gd name="csY34" fmla="*/ 536575 h 860425"/>
                <a:gd name="csX35" fmla="*/ 76200 w 987425"/>
                <a:gd name="csY35" fmla="*/ 542925 h 860425"/>
                <a:gd name="csX36" fmla="*/ 85725 w 987425"/>
                <a:gd name="csY36" fmla="*/ 546100 h 860425"/>
                <a:gd name="csX37" fmla="*/ 95250 w 987425"/>
                <a:gd name="csY37" fmla="*/ 549275 h 860425"/>
                <a:gd name="csX38" fmla="*/ 152400 w 987425"/>
                <a:gd name="csY38" fmla="*/ 542925 h 860425"/>
                <a:gd name="csX39" fmla="*/ 161925 w 987425"/>
                <a:gd name="csY39" fmla="*/ 536575 h 860425"/>
                <a:gd name="csX40" fmla="*/ 174625 w 987425"/>
                <a:gd name="csY40" fmla="*/ 517525 h 860425"/>
                <a:gd name="csX41" fmla="*/ 177800 w 987425"/>
                <a:gd name="csY41" fmla="*/ 508000 h 860425"/>
                <a:gd name="csX42" fmla="*/ 184150 w 987425"/>
                <a:gd name="csY42" fmla="*/ 498475 h 860425"/>
                <a:gd name="csX43" fmla="*/ 203200 w 987425"/>
                <a:gd name="csY43" fmla="*/ 492125 h 860425"/>
                <a:gd name="csX44" fmla="*/ 355600 w 987425"/>
                <a:gd name="csY44" fmla="*/ 495300 h 860425"/>
                <a:gd name="csX45" fmla="*/ 352425 w 987425"/>
                <a:gd name="csY45" fmla="*/ 504825 h 860425"/>
                <a:gd name="csX46" fmla="*/ 339725 w 987425"/>
                <a:gd name="csY46" fmla="*/ 523875 h 860425"/>
                <a:gd name="csX47" fmla="*/ 333375 w 987425"/>
                <a:gd name="csY47" fmla="*/ 533400 h 860425"/>
                <a:gd name="csX48" fmla="*/ 330200 w 987425"/>
                <a:gd name="csY48" fmla="*/ 542925 h 860425"/>
                <a:gd name="csX49" fmla="*/ 333375 w 987425"/>
                <a:gd name="csY49" fmla="*/ 561975 h 860425"/>
                <a:gd name="csX50" fmla="*/ 371475 w 987425"/>
                <a:gd name="csY50" fmla="*/ 581025 h 860425"/>
                <a:gd name="csX51" fmla="*/ 381000 w 987425"/>
                <a:gd name="csY51" fmla="*/ 584200 h 860425"/>
                <a:gd name="csX52" fmla="*/ 390525 w 987425"/>
                <a:gd name="csY52" fmla="*/ 587375 h 860425"/>
                <a:gd name="csX53" fmla="*/ 403225 w 987425"/>
                <a:gd name="csY53" fmla="*/ 615950 h 860425"/>
                <a:gd name="csX54" fmla="*/ 412750 w 987425"/>
                <a:gd name="csY54" fmla="*/ 647700 h 860425"/>
                <a:gd name="csX55" fmla="*/ 415925 w 987425"/>
                <a:gd name="csY55" fmla="*/ 666750 h 860425"/>
                <a:gd name="csX56" fmla="*/ 406400 w 987425"/>
                <a:gd name="csY56" fmla="*/ 708025 h 860425"/>
                <a:gd name="csX57" fmla="*/ 403225 w 987425"/>
                <a:gd name="csY57" fmla="*/ 717550 h 860425"/>
                <a:gd name="csX58" fmla="*/ 393700 w 987425"/>
                <a:gd name="csY58" fmla="*/ 736600 h 860425"/>
                <a:gd name="csX59" fmla="*/ 396875 w 987425"/>
                <a:gd name="csY59" fmla="*/ 812800 h 860425"/>
                <a:gd name="csX60" fmla="*/ 400050 w 987425"/>
                <a:gd name="csY60" fmla="*/ 822325 h 860425"/>
                <a:gd name="csX61" fmla="*/ 415925 w 987425"/>
                <a:gd name="csY61" fmla="*/ 838200 h 860425"/>
                <a:gd name="csX62" fmla="*/ 425450 w 987425"/>
                <a:gd name="csY62" fmla="*/ 841375 h 860425"/>
                <a:gd name="csX63" fmla="*/ 434975 w 987425"/>
                <a:gd name="csY63" fmla="*/ 847725 h 860425"/>
                <a:gd name="csX64" fmla="*/ 454025 w 987425"/>
                <a:gd name="csY64" fmla="*/ 854075 h 860425"/>
                <a:gd name="csX65" fmla="*/ 479425 w 987425"/>
                <a:gd name="csY65" fmla="*/ 860425 h 860425"/>
                <a:gd name="csX66" fmla="*/ 561975 w 987425"/>
                <a:gd name="csY66" fmla="*/ 857250 h 860425"/>
                <a:gd name="csX67" fmla="*/ 581025 w 987425"/>
                <a:gd name="csY67" fmla="*/ 850900 h 860425"/>
                <a:gd name="csX68" fmla="*/ 600075 w 987425"/>
                <a:gd name="csY68" fmla="*/ 838200 h 860425"/>
                <a:gd name="csX69" fmla="*/ 615950 w 987425"/>
                <a:gd name="csY69" fmla="*/ 819150 h 860425"/>
                <a:gd name="csX70" fmla="*/ 628650 w 987425"/>
                <a:gd name="csY70" fmla="*/ 800100 h 860425"/>
                <a:gd name="csX71" fmla="*/ 625475 w 987425"/>
                <a:gd name="csY71" fmla="*/ 742950 h 860425"/>
                <a:gd name="csX72" fmla="*/ 612775 w 987425"/>
                <a:gd name="csY72" fmla="*/ 714375 h 860425"/>
                <a:gd name="csX73" fmla="*/ 609600 w 987425"/>
                <a:gd name="csY73" fmla="*/ 704850 h 860425"/>
                <a:gd name="csX74" fmla="*/ 603250 w 987425"/>
                <a:gd name="csY74" fmla="*/ 695325 h 860425"/>
                <a:gd name="csX75" fmla="*/ 600075 w 987425"/>
                <a:gd name="csY75" fmla="*/ 685800 h 860425"/>
                <a:gd name="csX76" fmla="*/ 581025 w 987425"/>
                <a:gd name="csY76" fmla="*/ 647700 h 860425"/>
                <a:gd name="csX77" fmla="*/ 577850 w 987425"/>
                <a:gd name="csY77" fmla="*/ 638175 h 860425"/>
                <a:gd name="csX78" fmla="*/ 574675 w 987425"/>
                <a:gd name="csY78" fmla="*/ 628650 h 860425"/>
                <a:gd name="csX79" fmla="*/ 571500 w 987425"/>
                <a:gd name="csY79" fmla="*/ 600075 h 860425"/>
                <a:gd name="csX80" fmla="*/ 568325 w 987425"/>
                <a:gd name="csY80" fmla="*/ 574675 h 860425"/>
                <a:gd name="csX81" fmla="*/ 571500 w 987425"/>
                <a:gd name="csY81" fmla="*/ 514350 h 860425"/>
                <a:gd name="csX82" fmla="*/ 584200 w 987425"/>
                <a:gd name="csY82" fmla="*/ 485775 h 860425"/>
                <a:gd name="csX83" fmla="*/ 603250 w 987425"/>
                <a:gd name="csY83" fmla="*/ 479425 h 860425"/>
                <a:gd name="csX84" fmla="*/ 628650 w 987425"/>
                <a:gd name="csY84" fmla="*/ 482600 h 860425"/>
                <a:gd name="csX85" fmla="*/ 657225 w 987425"/>
                <a:gd name="csY85" fmla="*/ 488950 h 860425"/>
                <a:gd name="csX86" fmla="*/ 708025 w 987425"/>
                <a:gd name="csY86" fmla="*/ 495300 h 860425"/>
                <a:gd name="csX87" fmla="*/ 727075 w 987425"/>
                <a:gd name="csY87" fmla="*/ 501650 h 860425"/>
                <a:gd name="csX88" fmla="*/ 736600 w 987425"/>
                <a:gd name="csY88" fmla="*/ 508000 h 860425"/>
                <a:gd name="csX89" fmla="*/ 762000 w 987425"/>
                <a:gd name="csY89" fmla="*/ 511175 h 860425"/>
                <a:gd name="csX90" fmla="*/ 781050 w 987425"/>
                <a:gd name="csY90" fmla="*/ 514350 h 860425"/>
                <a:gd name="csX91" fmla="*/ 812800 w 987425"/>
                <a:gd name="csY91" fmla="*/ 523875 h 860425"/>
                <a:gd name="csX92" fmla="*/ 825500 w 987425"/>
                <a:gd name="csY92" fmla="*/ 527050 h 860425"/>
                <a:gd name="csX93" fmla="*/ 936625 w 987425"/>
                <a:gd name="csY93" fmla="*/ 517525 h 860425"/>
                <a:gd name="csX94" fmla="*/ 946150 w 987425"/>
                <a:gd name="csY94" fmla="*/ 514350 h 860425"/>
                <a:gd name="csX95" fmla="*/ 955675 w 987425"/>
                <a:gd name="csY95" fmla="*/ 508000 h 860425"/>
                <a:gd name="csX96" fmla="*/ 962025 w 987425"/>
                <a:gd name="csY96" fmla="*/ 498475 h 860425"/>
                <a:gd name="csX97" fmla="*/ 965200 w 987425"/>
                <a:gd name="csY97" fmla="*/ 488950 h 860425"/>
                <a:gd name="csX98" fmla="*/ 977900 w 987425"/>
                <a:gd name="csY98" fmla="*/ 469900 h 860425"/>
                <a:gd name="csX99" fmla="*/ 984250 w 987425"/>
                <a:gd name="csY99" fmla="*/ 460375 h 860425"/>
                <a:gd name="csX100" fmla="*/ 987425 w 987425"/>
                <a:gd name="csY100" fmla="*/ 450850 h 860425"/>
                <a:gd name="csX101" fmla="*/ 984250 w 987425"/>
                <a:gd name="csY101" fmla="*/ 390525 h 860425"/>
                <a:gd name="csX102" fmla="*/ 977900 w 987425"/>
                <a:gd name="csY102" fmla="*/ 371475 h 860425"/>
                <a:gd name="csX103" fmla="*/ 974725 w 987425"/>
                <a:gd name="csY103" fmla="*/ 361950 h 860425"/>
                <a:gd name="csX104" fmla="*/ 965200 w 987425"/>
                <a:gd name="csY104" fmla="*/ 342900 h 860425"/>
                <a:gd name="csX105" fmla="*/ 946150 w 987425"/>
                <a:gd name="csY105" fmla="*/ 330200 h 860425"/>
                <a:gd name="csX106" fmla="*/ 936625 w 987425"/>
                <a:gd name="csY106" fmla="*/ 323850 h 860425"/>
                <a:gd name="csX107" fmla="*/ 927100 w 987425"/>
                <a:gd name="csY107" fmla="*/ 317500 h 860425"/>
                <a:gd name="csX108" fmla="*/ 917575 w 987425"/>
                <a:gd name="csY108" fmla="*/ 311150 h 860425"/>
                <a:gd name="csX109" fmla="*/ 908050 w 987425"/>
                <a:gd name="csY109" fmla="*/ 307975 h 860425"/>
                <a:gd name="csX110" fmla="*/ 866775 w 987425"/>
                <a:gd name="csY110" fmla="*/ 311150 h 860425"/>
                <a:gd name="csX111" fmla="*/ 857250 w 987425"/>
                <a:gd name="csY111" fmla="*/ 314325 h 860425"/>
                <a:gd name="csX112" fmla="*/ 850900 w 987425"/>
                <a:gd name="csY112" fmla="*/ 323850 h 860425"/>
                <a:gd name="csX113" fmla="*/ 841375 w 987425"/>
                <a:gd name="csY113" fmla="*/ 330200 h 860425"/>
                <a:gd name="csX114" fmla="*/ 819150 w 987425"/>
                <a:gd name="csY114" fmla="*/ 358775 h 860425"/>
                <a:gd name="csX115" fmla="*/ 809625 w 987425"/>
                <a:gd name="csY115" fmla="*/ 361950 h 860425"/>
                <a:gd name="csX116" fmla="*/ 688975 w 987425"/>
                <a:gd name="csY116" fmla="*/ 358775 h 860425"/>
                <a:gd name="csX117" fmla="*/ 638175 w 987425"/>
                <a:gd name="csY117" fmla="*/ 352425 h 860425"/>
                <a:gd name="csX118" fmla="*/ 619125 w 987425"/>
                <a:gd name="csY118" fmla="*/ 346075 h 860425"/>
                <a:gd name="csX119" fmla="*/ 609600 w 987425"/>
                <a:gd name="csY119" fmla="*/ 342900 h 860425"/>
                <a:gd name="csX120" fmla="*/ 590550 w 987425"/>
                <a:gd name="csY120" fmla="*/ 330200 h 860425"/>
                <a:gd name="csX121" fmla="*/ 577850 w 987425"/>
                <a:gd name="csY121" fmla="*/ 311150 h 860425"/>
                <a:gd name="csX122" fmla="*/ 561975 w 987425"/>
                <a:gd name="csY122" fmla="*/ 263525 h 860425"/>
                <a:gd name="csX123" fmla="*/ 558800 w 987425"/>
                <a:gd name="csY123" fmla="*/ 254000 h 860425"/>
                <a:gd name="csX124" fmla="*/ 555625 w 987425"/>
                <a:gd name="csY124" fmla="*/ 244475 h 860425"/>
                <a:gd name="csX125" fmla="*/ 546100 w 987425"/>
                <a:gd name="csY125" fmla="*/ 206375 h 860425"/>
                <a:gd name="csX126" fmla="*/ 539750 w 987425"/>
                <a:gd name="csY126" fmla="*/ 174625 h 860425"/>
                <a:gd name="csX127" fmla="*/ 539750 w 987425"/>
                <a:gd name="csY127" fmla="*/ 136525 h 860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</a:cxnLst>
              <a:rect l="l" t="t" r="r" b="b"/>
              <a:pathLst>
                <a:path w="987425" h="860425">
                  <a:moveTo>
                    <a:pt x="419100" y="0"/>
                  </a:moveTo>
                  <a:cubicBezTo>
                    <a:pt x="420158" y="39158"/>
                    <a:pt x="419975" y="78370"/>
                    <a:pt x="422275" y="117475"/>
                  </a:cubicBezTo>
                  <a:cubicBezTo>
                    <a:pt x="423461" y="137629"/>
                    <a:pt x="427827" y="157935"/>
                    <a:pt x="431800" y="177800"/>
                  </a:cubicBezTo>
                  <a:cubicBezTo>
                    <a:pt x="430742" y="224367"/>
                    <a:pt x="431415" y="271005"/>
                    <a:pt x="428625" y="317500"/>
                  </a:cubicBezTo>
                  <a:cubicBezTo>
                    <a:pt x="428224" y="324181"/>
                    <a:pt x="427008" y="331817"/>
                    <a:pt x="422275" y="336550"/>
                  </a:cubicBezTo>
                  <a:cubicBezTo>
                    <a:pt x="394448" y="364377"/>
                    <a:pt x="429747" y="330323"/>
                    <a:pt x="403225" y="352425"/>
                  </a:cubicBezTo>
                  <a:cubicBezTo>
                    <a:pt x="399776" y="355300"/>
                    <a:pt x="397436" y="359459"/>
                    <a:pt x="393700" y="361950"/>
                  </a:cubicBezTo>
                  <a:cubicBezTo>
                    <a:pt x="390915" y="363806"/>
                    <a:pt x="387168" y="363628"/>
                    <a:pt x="384175" y="365125"/>
                  </a:cubicBezTo>
                  <a:cubicBezTo>
                    <a:pt x="380762" y="366832"/>
                    <a:pt x="378137" y="369925"/>
                    <a:pt x="374650" y="371475"/>
                  </a:cubicBezTo>
                  <a:cubicBezTo>
                    <a:pt x="368533" y="374193"/>
                    <a:pt x="355600" y="377825"/>
                    <a:pt x="355600" y="377825"/>
                  </a:cubicBezTo>
                  <a:cubicBezTo>
                    <a:pt x="334433" y="376767"/>
                    <a:pt x="313153" y="377079"/>
                    <a:pt x="292100" y="374650"/>
                  </a:cubicBezTo>
                  <a:cubicBezTo>
                    <a:pt x="285451" y="373883"/>
                    <a:pt x="279652" y="369400"/>
                    <a:pt x="273050" y="368300"/>
                  </a:cubicBezTo>
                  <a:cubicBezTo>
                    <a:pt x="266700" y="367242"/>
                    <a:pt x="260313" y="366388"/>
                    <a:pt x="254000" y="365125"/>
                  </a:cubicBezTo>
                  <a:cubicBezTo>
                    <a:pt x="242004" y="362726"/>
                    <a:pt x="234399" y="359650"/>
                    <a:pt x="222250" y="355600"/>
                  </a:cubicBezTo>
                  <a:lnTo>
                    <a:pt x="203200" y="349250"/>
                  </a:lnTo>
                  <a:cubicBezTo>
                    <a:pt x="200025" y="348192"/>
                    <a:pt x="196460" y="347931"/>
                    <a:pt x="193675" y="346075"/>
                  </a:cubicBezTo>
                  <a:cubicBezTo>
                    <a:pt x="190500" y="343958"/>
                    <a:pt x="187637" y="341275"/>
                    <a:pt x="184150" y="339725"/>
                  </a:cubicBezTo>
                  <a:cubicBezTo>
                    <a:pt x="178033" y="337007"/>
                    <a:pt x="170669" y="337088"/>
                    <a:pt x="165100" y="333375"/>
                  </a:cubicBezTo>
                  <a:cubicBezTo>
                    <a:pt x="161925" y="331258"/>
                    <a:pt x="159062" y="328575"/>
                    <a:pt x="155575" y="327025"/>
                  </a:cubicBezTo>
                  <a:cubicBezTo>
                    <a:pt x="149458" y="324307"/>
                    <a:pt x="142875" y="322792"/>
                    <a:pt x="136525" y="320675"/>
                  </a:cubicBezTo>
                  <a:cubicBezTo>
                    <a:pt x="120893" y="315464"/>
                    <a:pt x="130301" y="318050"/>
                    <a:pt x="107950" y="314325"/>
                  </a:cubicBezTo>
                  <a:cubicBezTo>
                    <a:pt x="98425" y="315383"/>
                    <a:pt x="88773" y="315620"/>
                    <a:pt x="79375" y="317500"/>
                  </a:cubicBezTo>
                  <a:cubicBezTo>
                    <a:pt x="52071" y="322961"/>
                    <a:pt x="68536" y="321332"/>
                    <a:pt x="50800" y="330200"/>
                  </a:cubicBezTo>
                  <a:cubicBezTo>
                    <a:pt x="24510" y="343345"/>
                    <a:pt x="59047" y="321527"/>
                    <a:pt x="31750" y="339725"/>
                  </a:cubicBezTo>
                  <a:cubicBezTo>
                    <a:pt x="29633" y="342900"/>
                    <a:pt x="28098" y="346552"/>
                    <a:pt x="25400" y="349250"/>
                  </a:cubicBezTo>
                  <a:cubicBezTo>
                    <a:pt x="14393" y="360257"/>
                    <a:pt x="16298" y="349885"/>
                    <a:pt x="9525" y="365125"/>
                  </a:cubicBezTo>
                  <a:cubicBezTo>
                    <a:pt x="6807" y="371242"/>
                    <a:pt x="5292" y="377825"/>
                    <a:pt x="3175" y="384175"/>
                  </a:cubicBezTo>
                  <a:lnTo>
                    <a:pt x="0" y="393700"/>
                  </a:lnTo>
                  <a:cubicBezTo>
                    <a:pt x="1058" y="418042"/>
                    <a:pt x="1306" y="442432"/>
                    <a:pt x="3175" y="466725"/>
                  </a:cubicBezTo>
                  <a:cubicBezTo>
                    <a:pt x="3432" y="470062"/>
                    <a:pt x="4853" y="473257"/>
                    <a:pt x="6350" y="476250"/>
                  </a:cubicBezTo>
                  <a:cubicBezTo>
                    <a:pt x="8057" y="479663"/>
                    <a:pt x="10993" y="482362"/>
                    <a:pt x="12700" y="485775"/>
                  </a:cubicBezTo>
                  <a:cubicBezTo>
                    <a:pt x="17865" y="496104"/>
                    <a:pt x="13126" y="495726"/>
                    <a:pt x="22225" y="504825"/>
                  </a:cubicBezTo>
                  <a:cubicBezTo>
                    <a:pt x="24923" y="507523"/>
                    <a:pt x="28575" y="509058"/>
                    <a:pt x="31750" y="511175"/>
                  </a:cubicBezTo>
                  <a:cubicBezTo>
                    <a:pt x="43392" y="528638"/>
                    <a:pt x="31750" y="513821"/>
                    <a:pt x="47625" y="527050"/>
                  </a:cubicBezTo>
                  <a:cubicBezTo>
                    <a:pt x="51074" y="529925"/>
                    <a:pt x="53225" y="534394"/>
                    <a:pt x="57150" y="536575"/>
                  </a:cubicBezTo>
                  <a:cubicBezTo>
                    <a:pt x="63001" y="539826"/>
                    <a:pt x="69850" y="540808"/>
                    <a:pt x="76200" y="542925"/>
                  </a:cubicBezTo>
                  <a:lnTo>
                    <a:pt x="85725" y="546100"/>
                  </a:lnTo>
                  <a:lnTo>
                    <a:pt x="95250" y="549275"/>
                  </a:lnTo>
                  <a:cubicBezTo>
                    <a:pt x="101200" y="548878"/>
                    <a:pt x="137250" y="550500"/>
                    <a:pt x="152400" y="542925"/>
                  </a:cubicBezTo>
                  <a:cubicBezTo>
                    <a:pt x="155813" y="541218"/>
                    <a:pt x="158750" y="538692"/>
                    <a:pt x="161925" y="536575"/>
                  </a:cubicBezTo>
                  <a:cubicBezTo>
                    <a:pt x="166158" y="530225"/>
                    <a:pt x="172212" y="524765"/>
                    <a:pt x="174625" y="517525"/>
                  </a:cubicBezTo>
                  <a:cubicBezTo>
                    <a:pt x="175683" y="514350"/>
                    <a:pt x="176303" y="510993"/>
                    <a:pt x="177800" y="508000"/>
                  </a:cubicBezTo>
                  <a:cubicBezTo>
                    <a:pt x="179507" y="504587"/>
                    <a:pt x="180914" y="500497"/>
                    <a:pt x="184150" y="498475"/>
                  </a:cubicBezTo>
                  <a:cubicBezTo>
                    <a:pt x="189826" y="494927"/>
                    <a:pt x="203200" y="492125"/>
                    <a:pt x="203200" y="492125"/>
                  </a:cubicBezTo>
                  <a:lnTo>
                    <a:pt x="355600" y="495300"/>
                  </a:lnTo>
                  <a:cubicBezTo>
                    <a:pt x="358935" y="495584"/>
                    <a:pt x="354050" y="501899"/>
                    <a:pt x="352425" y="504825"/>
                  </a:cubicBezTo>
                  <a:cubicBezTo>
                    <a:pt x="348719" y="511496"/>
                    <a:pt x="343958" y="517525"/>
                    <a:pt x="339725" y="523875"/>
                  </a:cubicBezTo>
                  <a:cubicBezTo>
                    <a:pt x="337608" y="527050"/>
                    <a:pt x="334582" y="529780"/>
                    <a:pt x="333375" y="533400"/>
                  </a:cubicBezTo>
                  <a:lnTo>
                    <a:pt x="330200" y="542925"/>
                  </a:lnTo>
                  <a:cubicBezTo>
                    <a:pt x="331258" y="549275"/>
                    <a:pt x="329683" y="556701"/>
                    <a:pt x="333375" y="561975"/>
                  </a:cubicBezTo>
                  <a:cubicBezTo>
                    <a:pt x="340868" y="572679"/>
                    <a:pt x="360206" y="577269"/>
                    <a:pt x="371475" y="581025"/>
                  </a:cubicBezTo>
                  <a:lnTo>
                    <a:pt x="381000" y="584200"/>
                  </a:lnTo>
                  <a:lnTo>
                    <a:pt x="390525" y="587375"/>
                  </a:lnTo>
                  <a:cubicBezTo>
                    <a:pt x="400588" y="602469"/>
                    <a:pt x="395668" y="593280"/>
                    <a:pt x="403225" y="615950"/>
                  </a:cubicBezTo>
                  <a:cubicBezTo>
                    <a:pt x="406734" y="626476"/>
                    <a:pt x="410567" y="636786"/>
                    <a:pt x="412750" y="647700"/>
                  </a:cubicBezTo>
                  <a:cubicBezTo>
                    <a:pt x="414013" y="654013"/>
                    <a:pt x="414867" y="660400"/>
                    <a:pt x="415925" y="666750"/>
                  </a:cubicBezTo>
                  <a:cubicBezTo>
                    <a:pt x="411803" y="695601"/>
                    <a:pt x="415117" y="681875"/>
                    <a:pt x="406400" y="708025"/>
                  </a:cubicBezTo>
                  <a:cubicBezTo>
                    <a:pt x="405342" y="711200"/>
                    <a:pt x="405081" y="714765"/>
                    <a:pt x="403225" y="717550"/>
                  </a:cubicBezTo>
                  <a:cubicBezTo>
                    <a:pt x="395019" y="729860"/>
                    <a:pt x="398082" y="723455"/>
                    <a:pt x="393700" y="736600"/>
                  </a:cubicBezTo>
                  <a:cubicBezTo>
                    <a:pt x="394758" y="762000"/>
                    <a:pt x="394997" y="787447"/>
                    <a:pt x="396875" y="812800"/>
                  </a:cubicBezTo>
                  <a:cubicBezTo>
                    <a:pt x="397122" y="816138"/>
                    <a:pt x="398553" y="819332"/>
                    <a:pt x="400050" y="822325"/>
                  </a:cubicBezTo>
                  <a:cubicBezTo>
                    <a:pt x="404283" y="830792"/>
                    <a:pt x="407458" y="833967"/>
                    <a:pt x="415925" y="838200"/>
                  </a:cubicBezTo>
                  <a:cubicBezTo>
                    <a:pt x="418918" y="839697"/>
                    <a:pt x="422457" y="839878"/>
                    <a:pt x="425450" y="841375"/>
                  </a:cubicBezTo>
                  <a:cubicBezTo>
                    <a:pt x="428863" y="843082"/>
                    <a:pt x="431488" y="846175"/>
                    <a:pt x="434975" y="847725"/>
                  </a:cubicBezTo>
                  <a:cubicBezTo>
                    <a:pt x="441092" y="850443"/>
                    <a:pt x="447675" y="851958"/>
                    <a:pt x="454025" y="854075"/>
                  </a:cubicBezTo>
                  <a:cubicBezTo>
                    <a:pt x="468670" y="858957"/>
                    <a:pt x="460268" y="856594"/>
                    <a:pt x="479425" y="860425"/>
                  </a:cubicBezTo>
                  <a:cubicBezTo>
                    <a:pt x="506942" y="859367"/>
                    <a:pt x="534558" y="859820"/>
                    <a:pt x="561975" y="857250"/>
                  </a:cubicBezTo>
                  <a:cubicBezTo>
                    <a:pt x="568639" y="856625"/>
                    <a:pt x="575456" y="854613"/>
                    <a:pt x="581025" y="850900"/>
                  </a:cubicBezTo>
                  <a:lnTo>
                    <a:pt x="600075" y="838200"/>
                  </a:lnTo>
                  <a:cubicBezTo>
                    <a:pt x="622766" y="804163"/>
                    <a:pt x="587429" y="855820"/>
                    <a:pt x="615950" y="819150"/>
                  </a:cubicBezTo>
                  <a:cubicBezTo>
                    <a:pt x="620635" y="813126"/>
                    <a:pt x="628650" y="800100"/>
                    <a:pt x="628650" y="800100"/>
                  </a:cubicBezTo>
                  <a:cubicBezTo>
                    <a:pt x="627592" y="781050"/>
                    <a:pt x="627842" y="761882"/>
                    <a:pt x="625475" y="742950"/>
                  </a:cubicBezTo>
                  <a:cubicBezTo>
                    <a:pt x="622745" y="721107"/>
                    <a:pt x="620086" y="728998"/>
                    <a:pt x="612775" y="714375"/>
                  </a:cubicBezTo>
                  <a:cubicBezTo>
                    <a:pt x="611278" y="711382"/>
                    <a:pt x="611097" y="707843"/>
                    <a:pt x="609600" y="704850"/>
                  </a:cubicBezTo>
                  <a:cubicBezTo>
                    <a:pt x="607893" y="701437"/>
                    <a:pt x="604957" y="698738"/>
                    <a:pt x="603250" y="695325"/>
                  </a:cubicBezTo>
                  <a:cubicBezTo>
                    <a:pt x="601753" y="692332"/>
                    <a:pt x="601700" y="688726"/>
                    <a:pt x="600075" y="685800"/>
                  </a:cubicBezTo>
                  <a:cubicBezTo>
                    <a:pt x="579559" y="648871"/>
                    <a:pt x="593387" y="684786"/>
                    <a:pt x="581025" y="647700"/>
                  </a:cubicBezTo>
                  <a:lnTo>
                    <a:pt x="577850" y="638175"/>
                  </a:lnTo>
                  <a:lnTo>
                    <a:pt x="574675" y="628650"/>
                  </a:lnTo>
                  <a:cubicBezTo>
                    <a:pt x="573617" y="619125"/>
                    <a:pt x="572620" y="609593"/>
                    <a:pt x="571500" y="600075"/>
                  </a:cubicBezTo>
                  <a:cubicBezTo>
                    <a:pt x="570503" y="591601"/>
                    <a:pt x="568325" y="583208"/>
                    <a:pt x="568325" y="574675"/>
                  </a:cubicBezTo>
                  <a:cubicBezTo>
                    <a:pt x="568325" y="554539"/>
                    <a:pt x="569101" y="534343"/>
                    <a:pt x="571500" y="514350"/>
                  </a:cubicBezTo>
                  <a:cubicBezTo>
                    <a:pt x="571825" y="511645"/>
                    <a:pt x="578260" y="489487"/>
                    <a:pt x="584200" y="485775"/>
                  </a:cubicBezTo>
                  <a:cubicBezTo>
                    <a:pt x="589876" y="482227"/>
                    <a:pt x="603250" y="479425"/>
                    <a:pt x="603250" y="479425"/>
                  </a:cubicBezTo>
                  <a:cubicBezTo>
                    <a:pt x="611717" y="480483"/>
                    <a:pt x="620234" y="481197"/>
                    <a:pt x="628650" y="482600"/>
                  </a:cubicBezTo>
                  <a:cubicBezTo>
                    <a:pt x="658831" y="487630"/>
                    <a:pt x="621928" y="484244"/>
                    <a:pt x="657225" y="488950"/>
                  </a:cubicBezTo>
                  <a:cubicBezTo>
                    <a:pt x="671419" y="490843"/>
                    <a:pt x="692986" y="491540"/>
                    <a:pt x="708025" y="495300"/>
                  </a:cubicBezTo>
                  <a:cubicBezTo>
                    <a:pt x="714519" y="496923"/>
                    <a:pt x="721506" y="497937"/>
                    <a:pt x="727075" y="501650"/>
                  </a:cubicBezTo>
                  <a:cubicBezTo>
                    <a:pt x="730250" y="503767"/>
                    <a:pt x="732919" y="506996"/>
                    <a:pt x="736600" y="508000"/>
                  </a:cubicBezTo>
                  <a:cubicBezTo>
                    <a:pt x="744832" y="510245"/>
                    <a:pt x="753553" y="509968"/>
                    <a:pt x="762000" y="511175"/>
                  </a:cubicBezTo>
                  <a:cubicBezTo>
                    <a:pt x="768373" y="512085"/>
                    <a:pt x="774737" y="513087"/>
                    <a:pt x="781050" y="514350"/>
                  </a:cubicBezTo>
                  <a:cubicBezTo>
                    <a:pt x="806246" y="519389"/>
                    <a:pt x="780403" y="515776"/>
                    <a:pt x="812800" y="523875"/>
                  </a:cubicBezTo>
                  <a:lnTo>
                    <a:pt x="825500" y="527050"/>
                  </a:lnTo>
                  <a:cubicBezTo>
                    <a:pt x="924265" y="523644"/>
                    <a:pt x="888441" y="533586"/>
                    <a:pt x="936625" y="517525"/>
                  </a:cubicBezTo>
                  <a:cubicBezTo>
                    <a:pt x="939800" y="516467"/>
                    <a:pt x="943365" y="516206"/>
                    <a:pt x="946150" y="514350"/>
                  </a:cubicBezTo>
                  <a:lnTo>
                    <a:pt x="955675" y="508000"/>
                  </a:lnTo>
                  <a:cubicBezTo>
                    <a:pt x="957792" y="504825"/>
                    <a:pt x="960318" y="501888"/>
                    <a:pt x="962025" y="498475"/>
                  </a:cubicBezTo>
                  <a:cubicBezTo>
                    <a:pt x="963522" y="495482"/>
                    <a:pt x="963575" y="491876"/>
                    <a:pt x="965200" y="488950"/>
                  </a:cubicBezTo>
                  <a:cubicBezTo>
                    <a:pt x="968906" y="482279"/>
                    <a:pt x="973667" y="476250"/>
                    <a:pt x="977900" y="469900"/>
                  </a:cubicBezTo>
                  <a:cubicBezTo>
                    <a:pt x="980017" y="466725"/>
                    <a:pt x="983043" y="463995"/>
                    <a:pt x="984250" y="460375"/>
                  </a:cubicBezTo>
                  <a:lnTo>
                    <a:pt x="987425" y="450850"/>
                  </a:lnTo>
                  <a:cubicBezTo>
                    <a:pt x="986367" y="430742"/>
                    <a:pt x="986649" y="410518"/>
                    <a:pt x="984250" y="390525"/>
                  </a:cubicBezTo>
                  <a:cubicBezTo>
                    <a:pt x="983453" y="383879"/>
                    <a:pt x="980017" y="377825"/>
                    <a:pt x="977900" y="371475"/>
                  </a:cubicBezTo>
                  <a:lnTo>
                    <a:pt x="974725" y="361950"/>
                  </a:lnTo>
                  <a:cubicBezTo>
                    <a:pt x="972460" y="355156"/>
                    <a:pt x="970993" y="347969"/>
                    <a:pt x="965200" y="342900"/>
                  </a:cubicBezTo>
                  <a:cubicBezTo>
                    <a:pt x="959457" y="337874"/>
                    <a:pt x="952500" y="334433"/>
                    <a:pt x="946150" y="330200"/>
                  </a:cubicBezTo>
                  <a:lnTo>
                    <a:pt x="936625" y="323850"/>
                  </a:lnTo>
                  <a:lnTo>
                    <a:pt x="927100" y="317500"/>
                  </a:lnTo>
                  <a:cubicBezTo>
                    <a:pt x="923925" y="315383"/>
                    <a:pt x="921195" y="312357"/>
                    <a:pt x="917575" y="311150"/>
                  </a:cubicBezTo>
                  <a:lnTo>
                    <a:pt x="908050" y="307975"/>
                  </a:lnTo>
                  <a:cubicBezTo>
                    <a:pt x="894292" y="309033"/>
                    <a:pt x="880467" y="309438"/>
                    <a:pt x="866775" y="311150"/>
                  </a:cubicBezTo>
                  <a:cubicBezTo>
                    <a:pt x="863454" y="311565"/>
                    <a:pt x="859863" y="312234"/>
                    <a:pt x="857250" y="314325"/>
                  </a:cubicBezTo>
                  <a:cubicBezTo>
                    <a:pt x="854270" y="316709"/>
                    <a:pt x="853598" y="321152"/>
                    <a:pt x="850900" y="323850"/>
                  </a:cubicBezTo>
                  <a:cubicBezTo>
                    <a:pt x="848202" y="326548"/>
                    <a:pt x="844550" y="328083"/>
                    <a:pt x="841375" y="330200"/>
                  </a:cubicBezTo>
                  <a:cubicBezTo>
                    <a:pt x="836329" y="337769"/>
                    <a:pt x="828103" y="352806"/>
                    <a:pt x="819150" y="358775"/>
                  </a:cubicBezTo>
                  <a:cubicBezTo>
                    <a:pt x="816365" y="360631"/>
                    <a:pt x="812800" y="360892"/>
                    <a:pt x="809625" y="361950"/>
                  </a:cubicBezTo>
                  <a:cubicBezTo>
                    <a:pt x="769408" y="360892"/>
                    <a:pt x="729144" y="361007"/>
                    <a:pt x="688975" y="358775"/>
                  </a:cubicBezTo>
                  <a:cubicBezTo>
                    <a:pt x="671936" y="357828"/>
                    <a:pt x="638175" y="352425"/>
                    <a:pt x="638175" y="352425"/>
                  </a:cubicBezTo>
                  <a:lnTo>
                    <a:pt x="619125" y="346075"/>
                  </a:lnTo>
                  <a:cubicBezTo>
                    <a:pt x="615950" y="345017"/>
                    <a:pt x="612385" y="344756"/>
                    <a:pt x="609600" y="342900"/>
                  </a:cubicBezTo>
                  <a:lnTo>
                    <a:pt x="590550" y="330200"/>
                  </a:lnTo>
                  <a:cubicBezTo>
                    <a:pt x="586317" y="323850"/>
                    <a:pt x="580263" y="318390"/>
                    <a:pt x="577850" y="311150"/>
                  </a:cubicBezTo>
                  <a:lnTo>
                    <a:pt x="561975" y="263525"/>
                  </a:lnTo>
                  <a:lnTo>
                    <a:pt x="558800" y="254000"/>
                  </a:lnTo>
                  <a:cubicBezTo>
                    <a:pt x="557742" y="250825"/>
                    <a:pt x="556437" y="247722"/>
                    <a:pt x="555625" y="244475"/>
                  </a:cubicBezTo>
                  <a:lnTo>
                    <a:pt x="546100" y="206375"/>
                  </a:lnTo>
                  <a:cubicBezTo>
                    <a:pt x="543625" y="196476"/>
                    <a:pt x="540306" y="184634"/>
                    <a:pt x="539750" y="174625"/>
                  </a:cubicBezTo>
                  <a:cubicBezTo>
                    <a:pt x="539046" y="161945"/>
                    <a:pt x="539750" y="149225"/>
                    <a:pt x="539750" y="136525"/>
                  </a:cubicBezTo>
                </a:path>
              </a:pathLst>
            </a:custGeom>
            <a:noFill/>
            <a:ln w="28575">
              <a:solidFill>
                <a:srgbClr val="F592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6" name="Text 104"/>
          <p:cNvSpPr/>
          <p:nvPr/>
        </p:nvSpPr>
        <p:spPr>
          <a:xfrm>
            <a:off x="7643522" y="946387"/>
            <a:ext cx="423352" cy="1897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</a:t>
            </a:r>
            <a:endParaRPr lang="en-US" sz="1000" b="1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F45D168C-2FA0-63C1-25EF-3B8C1EB056D6}"/>
              </a:ext>
            </a:extLst>
          </p:cNvPr>
          <p:cNvGrpSpPr/>
          <p:nvPr/>
        </p:nvGrpSpPr>
        <p:grpSpPr>
          <a:xfrm>
            <a:off x="9890161" y="1188380"/>
            <a:ext cx="558799" cy="685746"/>
            <a:chOff x="1574377" y="694256"/>
            <a:chExt cx="558799" cy="685746"/>
          </a:xfrm>
        </p:grpSpPr>
        <p:sp>
          <p:nvSpPr>
            <p:cNvPr id="73" name="Shape 130">
              <a:extLst>
                <a:ext uri="{FF2B5EF4-FFF2-40B4-BE49-F238E27FC236}">
                  <a16:creationId xmlns:a16="http://schemas.microsoft.com/office/drawing/2014/main" id="{81A95CA6-BFD7-AF6A-7AAB-E1B43B43C690}"/>
                </a:ext>
              </a:extLst>
            </p:cNvPr>
            <p:cNvSpPr/>
            <p:nvPr/>
          </p:nvSpPr>
          <p:spPr>
            <a:xfrm>
              <a:off x="1746528" y="694256"/>
              <a:ext cx="131037" cy="137071"/>
            </a:xfrm>
            <a:prstGeom prst="ellipse">
              <a:avLst/>
            </a:prstGeom>
            <a:solidFill>
              <a:srgbClr val="0070C0"/>
            </a:solidFill>
            <a:ln w="6350">
              <a:solidFill>
                <a:srgbClr val="6B6B6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6AA396B5-F431-7343-A626-4B308B786A07}"/>
                </a:ext>
              </a:extLst>
            </p:cNvPr>
            <p:cNvSpPr/>
            <p:nvPr/>
          </p:nvSpPr>
          <p:spPr>
            <a:xfrm>
              <a:off x="1574377" y="831835"/>
              <a:ext cx="558799" cy="548167"/>
            </a:xfrm>
            <a:custGeom>
              <a:avLst/>
              <a:gdLst>
                <a:gd name="csX0" fmla="*/ 419100 w 987425"/>
                <a:gd name="csY0" fmla="*/ 0 h 860425"/>
                <a:gd name="csX1" fmla="*/ 422275 w 987425"/>
                <a:gd name="csY1" fmla="*/ 117475 h 860425"/>
                <a:gd name="csX2" fmla="*/ 431800 w 987425"/>
                <a:gd name="csY2" fmla="*/ 177800 h 860425"/>
                <a:gd name="csX3" fmla="*/ 428625 w 987425"/>
                <a:gd name="csY3" fmla="*/ 317500 h 860425"/>
                <a:gd name="csX4" fmla="*/ 422275 w 987425"/>
                <a:gd name="csY4" fmla="*/ 336550 h 860425"/>
                <a:gd name="csX5" fmla="*/ 403225 w 987425"/>
                <a:gd name="csY5" fmla="*/ 352425 h 860425"/>
                <a:gd name="csX6" fmla="*/ 393700 w 987425"/>
                <a:gd name="csY6" fmla="*/ 361950 h 860425"/>
                <a:gd name="csX7" fmla="*/ 384175 w 987425"/>
                <a:gd name="csY7" fmla="*/ 365125 h 860425"/>
                <a:gd name="csX8" fmla="*/ 374650 w 987425"/>
                <a:gd name="csY8" fmla="*/ 371475 h 860425"/>
                <a:gd name="csX9" fmla="*/ 355600 w 987425"/>
                <a:gd name="csY9" fmla="*/ 377825 h 860425"/>
                <a:gd name="csX10" fmla="*/ 292100 w 987425"/>
                <a:gd name="csY10" fmla="*/ 374650 h 860425"/>
                <a:gd name="csX11" fmla="*/ 273050 w 987425"/>
                <a:gd name="csY11" fmla="*/ 368300 h 860425"/>
                <a:gd name="csX12" fmla="*/ 254000 w 987425"/>
                <a:gd name="csY12" fmla="*/ 365125 h 860425"/>
                <a:gd name="csX13" fmla="*/ 222250 w 987425"/>
                <a:gd name="csY13" fmla="*/ 355600 h 860425"/>
                <a:gd name="csX14" fmla="*/ 203200 w 987425"/>
                <a:gd name="csY14" fmla="*/ 349250 h 860425"/>
                <a:gd name="csX15" fmla="*/ 193675 w 987425"/>
                <a:gd name="csY15" fmla="*/ 346075 h 860425"/>
                <a:gd name="csX16" fmla="*/ 184150 w 987425"/>
                <a:gd name="csY16" fmla="*/ 339725 h 860425"/>
                <a:gd name="csX17" fmla="*/ 165100 w 987425"/>
                <a:gd name="csY17" fmla="*/ 333375 h 860425"/>
                <a:gd name="csX18" fmla="*/ 155575 w 987425"/>
                <a:gd name="csY18" fmla="*/ 327025 h 860425"/>
                <a:gd name="csX19" fmla="*/ 136525 w 987425"/>
                <a:gd name="csY19" fmla="*/ 320675 h 860425"/>
                <a:gd name="csX20" fmla="*/ 107950 w 987425"/>
                <a:gd name="csY20" fmla="*/ 314325 h 860425"/>
                <a:gd name="csX21" fmla="*/ 79375 w 987425"/>
                <a:gd name="csY21" fmla="*/ 317500 h 860425"/>
                <a:gd name="csX22" fmla="*/ 50800 w 987425"/>
                <a:gd name="csY22" fmla="*/ 330200 h 860425"/>
                <a:gd name="csX23" fmla="*/ 31750 w 987425"/>
                <a:gd name="csY23" fmla="*/ 339725 h 860425"/>
                <a:gd name="csX24" fmla="*/ 25400 w 987425"/>
                <a:gd name="csY24" fmla="*/ 349250 h 860425"/>
                <a:gd name="csX25" fmla="*/ 9525 w 987425"/>
                <a:gd name="csY25" fmla="*/ 365125 h 860425"/>
                <a:gd name="csX26" fmla="*/ 3175 w 987425"/>
                <a:gd name="csY26" fmla="*/ 384175 h 860425"/>
                <a:gd name="csX27" fmla="*/ 0 w 987425"/>
                <a:gd name="csY27" fmla="*/ 393700 h 860425"/>
                <a:gd name="csX28" fmla="*/ 3175 w 987425"/>
                <a:gd name="csY28" fmla="*/ 466725 h 860425"/>
                <a:gd name="csX29" fmla="*/ 6350 w 987425"/>
                <a:gd name="csY29" fmla="*/ 476250 h 860425"/>
                <a:gd name="csX30" fmla="*/ 12700 w 987425"/>
                <a:gd name="csY30" fmla="*/ 485775 h 860425"/>
                <a:gd name="csX31" fmla="*/ 22225 w 987425"/>
                <a:gd name="csY31" fmla="*/ 504825 h 860425"/>
                <a:gd name="csX32" fmla="*/ 31750 w 987425"/>
                <a:gd name="csY32" fmla="*/ 511175 h 860425"/>
                <a:gd name="csX33" fmla="*/ 47625 w 987425"/>
                <a:gd name="csY33" fmla="*/ 527050 h 860425"/>
                <a:gd name="csX34" fmla="*/ 57150 w 987425"/>
                <a:gd name="csY34" fmla="*/ 536575 h 860425"/>
                <a:gd name="csX35" fmla="*/ 76200 w 987425"/>
                <a:gd name="csY35" fmla="*/ 542925 h 860425"/>
                <a:gd name="csX36" fmla="*/ 85725 w 987425"/>
                <a:gd name="csY36" fmla="*/ 546100 h 860425"/>
                <a:gd name="csX37" fmla="*/ 95250 w 987425"/>
                <a:gd name="csY37" fmla="*/ 549275 h 860425"/>
                <a:gd name="csX38" fmla="*/ 152400 w 987425"/>
                <a:gd name="csY38" fmla="*/ 542925 h 860425"/>
                <a:gd name="csX39" fmla="*/ 161925 w 987425"/>
                <a:gd name="csY39" fmla="*/ 536575 h 860425"/>
                <a:gd name="csX40" fmla="*/ 174625 w 987425"/>
                <a:gd name="csY40" fmla="*/ 517525 h 860425"/>
                <a:gd name="csX41" fmla="*/ 177800 w 987425"/>
                <a:gd name="csY41" fmla="*/ 508000 h 860425"/>
                <a:gd name="csX42" fmla="*/ 184150 w 987425"/>
                <a:gd name="csY42" fmla="*/ 498475 h 860425"/>
                <a:gd name="csX43" fmla="*/ 203200 w 987425"/>
                <a:gd name="csY43" fmla="*/ 492125 h 860425"/>
                <a:gd name="csX44" fmla="*/ 355600 w 987425"/>
                <a:gd name="csY44" fmla="*/ 495300 h 860425"/>
                <a:gd name="csX45" fmla="*/ 352425 w 987425"/>
                <a:gd name="csY45" fmla="*/ 504825 h 860425"/>
                <a:gd name="csX46" fmla="*/ 339725 w 987425"/>
                <a:gd name="csY46" fmla="*/ 523875 h 860425"/>
                <a:gd name="csX47" fmla="*/ 333375 w 987425"/>
                <a:gd name="csY47" fmla="*/ 533400 h 860425"/>
                <a:gd name="csX48" fmla="*/ 330200 w 987425"/>
                <a:gd name="csY48" fmla="*/ 542925 h 860425"/>
                <a:gd name="csX49" fmla="*/ 333375 w 987425"/>
                <a:gd name="csY49" fmla="*/ 561975 h 860425"/>
                <a:gd name="csX50" fmla="*/ 371475 w 987425"/>
                <a:gd name="csY50" fmla="*/ 581025 h 860425"/>
                <a:gd name="csX51" fmla="*/ 381000 w 987425"/>
                <a:gd name="csY51" fmla="*/ 584200 h 860425"/>
                <a:gd name="csX52" fmla="*/ 390525 w 987425"/>
                <a:gd name="csY52" fmla="*/ 587375 h 860425"/>
                <a:gd name="csX53" fmla="*/ 403225 w 987425"/>
                <a:gd name="csY53" fmla="*/ 615950 h 860425"/>
                <a:gd name="csX54" fmla="*/ 412750 w 987425"/>
                <a:gd name="csY54" fmla="*/ 647700 h 860425"/>
                <a:gd name="csX55" fmla="*/ 415925 w 987425"/>
                <a:gd name="csY55" fmla="*/ 666750 h 860425"/>
                <a:gd name="csX56" fmla="*/ 406400 w 987425"/>
                <a:gd name="csY56" fmla="*/ 708025 h 860425"/>
                <a:gd name="csX57" fmla="*/ 403225 w 987425"/>
                <a:gd name="csY57" fmla="*/ 717550 h 860425"/>
                <a:gd name="csX58" fmla="*/ 393700 w 987425"/>
                <a:gd name="csY58" fmla="*/ 736600 h 860425"/>
                <a:gd name="csX59" fmla="*/ 396875 w 987425"/>
                <a:gd name="csY59" fmla="*/ 812800 h 860425"/>
                <a:gd name="csX60" fmla="*/ 400050 w 987425"/>
                <a:gd name="csY60" fmla="*/ 822325 h 860425"/>
                <a:gd name="csX61" fmla="*/ 415925 w 987425"/>
                <a:gd name="csY61" fmla="*/ 838200 h 860425"/>
                <a:gd name="csX62" fmla="*/ 425450 w 987425"/>
                <a:gd name="csY62" fmla="*/ 841375 h 860425"/>
                <a:gd name="csX63" fmla="*/ 434975 w 987425"/>
                <a:gd name="csY63" fmla="*/ 847725 h 860425"/>
                <a:gd name="csX64" fmla="*/ 454025 w 987425"/>
                <a:gd name="csY64" fmla="*/ 854075 h 860425"/>
                <a:gd name="csX65" fmla="*/ 479425 w 987425"/>
                <a:gd name="csY65" fmla="*/ 860425 h 860425"/>
                <a:gd name="csX66" fmla="*/ 561975 w 987425"/>
                <a:gd name="csY66" fmla="*/ 857250 h 860425"/>
                <a:gd name="csX67" fmla="*/ 581025 w 987425"/>
                <a:gd name="csY67" fmla="*/ 850900 h 860425"/>
                <a:gd name="csX68" fmla="*/ 600075 w 987425"/>
                <a:gd name="csY68" fmla="*/ 838200 h 860425"/>
                <a:gd name="csX69" fmla="*/ 615950 w 987425"/>
                <a:gd name="csY69" fmla="*/ 819150 h 860425"/>
                <a:gd name="csX70" fmla="*/ 628650 w 987425"/>
                <a:gd name="csY70" fmla="*/ 800100 h 860425"/>
                <a:gd name="csX71" fmla="*/ 625475 w 987425"/>
                <a:gd name="csY71" fmla="*/ 742950 h 860425"/>
                <a:gd name="csX72" fmla="*/ 612775 w 987425"/>
                <a:gd name="csY72" fmla="*/ 714375 h 860425"/>
                <a:gd name="csX73" fmla="*/ 609600 w 987425"/>
                <a:gd name="csY73" fmla="*/ 704850 h 860425"/>
                <a:gd name="csX74" fmla="*/ 603250 w 987425"/>
                <a:gd name="csY74" fmla="*/ 695325 h 860425"/>
                <a:gd name="csX75" fmla="*/ 600075 w 987425"/>
                <a:gd name="csY75" fmla="*/ 685800 h 860425"/>
                <a:gd name="csX76" fmla="*/ 581025 w 987425"/>
                <a:gd name="csY76" fmla="*/ 647700 h 860425"/>
                <a:gd name="csX77" fmla="*/ 577850 w 987425"/>
                <a:gd name="csY77" fmla="*/ 638175 h 860425"/>
                <a:gd name="csX78" fmla="*/ 574675 w 987425"/>
                <a:gd name="csY78" fmla="*/ 628650 h 860425"/>
                <a:gd name="csX79" fmla="*/ 571500 w 987425"/>
                <a:gd name="csY79" fmla="*/ 600075 h 860425"/>
                <a:gd name="csX80" fmla="*/ 568325 w 987425"/>
                <a:gd name="csY80" fmla="*/ 574675 h 860425"/>
                <a:gd name="csX81" fmla="*/ 571500 w 987425"/>
                <a:gd name="csY81" fmla="*/ 514350 h 860425"/>
                <a:gd name="csX82" fmla="*/ 584200 w 987425"/>
                <a:gd name="csY82" fmla="*/ 485775 h 860425"/>
                <a:gd name="csX83" fmla="*/ 603250 w 987425"/>
                <a:gd name="csY83" fmla="*/ 479425 h 860425"/>
                <a:gd name="csX84" fmla="*/ 628650 w 987425"/>
                <a:gd name="csY84" fmla="*/ 482600 h 860425"/>
                <a:gd name="csX85" fmla="*/ 657225 w 987425"/>
                <a:gd name="csY85" fmla="*/ 488950 h 860425"/>
                <a:gd name="csX86" fmla="*/ 708025 w 987425"/>
                <a:gd name="csY86" fmla="*/ 495300 h 860425"/>
                <a:gd name="csX87" fmla="*/ 727075 w 987425"/>
                <a:gd name="csY87" fmla="*/ 501650 h 860425"/>
                <a:gd name="csX88" fmla="*/ 736600 w 987425"/>
                <a:gd name="csY88" fmla="*/ 508000 h 860425"/>
                <a:gd name="csX89" fmla="*/ 762000 w 987425"/>
                <a:gd name="csY89" fmla="*/ 511175 h 860425"/>
                <a:gd name="csX90" fmla="*/ 781050 w 987425"/>
                <a:gd name="csY90" fmla="*/ 514350 h 860425"/>
                <a:gd name="csX91" fmla="*/ 812800 w 987425"/>
                <a:gd name="csY91" fmla="*/ 523875 h 860425"/>
                <a:gd name="csX92" fmla="*/ 825500 w 987425"/>
                <a:gd name="csY92" fmla="*/ 527050 h 860425"/>
                <a:gd name="csX93" fmla="*/ 936625 w 987425"/>
                <a:gd name="csY93" fmla="*/ 517525 h 860425"/>
                <a:gd name="csX94" fmla="*/ 946150 w 987425"/>
                <a:gd name="csY94" fmla="*/ 514350 h 860425"/>
                <a:gd name="csX95" fmla="*/ 955675 w 987425"/>
                <a:gd name="csY95" fmla="*/ 508000 h 860425"/>
                <a:gd name="csX96" fmla="*/ 962025 w 987425"/>
                <a:gd name="csY96" fmla="*/ 498475 h 860425"/>
                <a:gd name="csX97" fmla="*/ 965200 w 987425"/>
                <a:gd name="csY97" fmla="*/ 488950 h 860425"/>
                <a:gd name="csX98" fmla="*/ 977900 w 987425"/>
                <a:gd name="csY98" fmla="*/ 469900 h 860425"/>
                <a:gd name="csX99" fmla="*/ 984250 w 987425"/>
                <a:gd name="csY99" fmla="*/ 460375 h 860425"/>
                <a:gd name="csX100" fmla="*/ 987425 w 987425"/>
                <a:gd name="csY100" fmla="*/ 450850 h 860425"/>
                <a:gd name="csX101" fmla="*/ 984250 w 987425"/>
                <a:gd name="csY101" fmla="*/ 390525 h 860425"/>
                <a:gd name="csX102" fmla="*/ 977900 w 987425"/>
                <a:gd name="csY102" fmla="*/ 371475 h 860425"/>
                <a:gd name="csX103" fmla="*/ 974725 w 987425"/>
                <a:gd name="csY103" fmla="*/ 361950 h 860425"/>
                <a:gd name="csX104" fmla="*/ 965200 w 987425"/>
                <a:gd name="csY104" fmla="*/ 342900 h 860425"/>
                <a:gd name="csX105" fmla="*/ 946150 w 987425"/>
                <a:gd name="csY105" fmla="*/ 330200 h 860425"/>
                <a:gd name="csX106" fmla="*/ 936625 w 987425"/>
                <a:gd name="csY106" fmla="*/ 323850 h 860425"/>
                <a:gd name="csX107" fmla="*/ 927100 w 987425"/>
                <a:gd name="csY107" fmla="*/ 317500 h 860425"/>
                <a:gd name="csX108" fmla="*/ 917575 w 987425"/>
                <a:gd name="csY108" fmla="*/ 311150 h 860425"/>
                <a:gd name="csX109" fmla="*/ 908050 w 987425"/>
                <a:gd name="csY109" fmla="*/ 307975 h 860425"/>
                <a:gd name="csX110" fmla="*/ 866775 w 987425"/>
                <a:gd name="csY110" fmla="*/ 311150 h 860425"/>
                <a:gd name="csX111" fmla="*/ 857250 w 987425"/>
                <a:gd name="csY111" fmla="*/ 314325 h 860425"/>
                <a:gd name="csX112" fmla="*/ 850900 w 987425"/>
                <a:gd name="csY112" fmla="*/ 323850 h 860425"/>
                <a:gd name="csX113" fmla="*/ 841375 w 987425"/>
                <a:gd name="csY113" fmla="*/ 330200 h 860425"/>
                <a:gd name="csX114" fmla="*/ 819150 w 987425"/>
                <a:gd name="csY114" fmla="*/ 358775 h 860425"/>
                <a:gd name="csX115" fmla="*/ 809625 w 987425"/>
                <a:gd name="csY115" fmla="*/ 361950 h 860425"/>
                <a:gd name="csX116" fmla="*/ 688975 w 987425"/>
                <a:gd name="csY116" fmla="*/ 358775 h 860425"/>
                <a:gd name="csX117" fmla="*/ 638175 w 987425"/>
                <a:gd name="csY117" fmla="*/ 352425 h 860425"/>
                <a:gd name="csX118" fmla="*/ 619125 w 987425"/>
                <a:gd name="csY118" fmla="*/ 346075 h 860425"/>
                <a:gd name="csX119" fmla="*/ 609600 w 987425"/>
                <a:gd name="csY119" fmla="*/ 342900 h 860425"/>
                <a:gd name="csX120" fmla="*/ 590550 w 987425"/>
                <a:gd name="csY120" fmla="*/ 330200 h 860425"/>
                <a:gd name="csX121" fmla="*/ 577850 w 987425"/>
                <a:gd name="csY121" fmla="*/ 311150 h 860425"/>
                <a:gd name="csX122" fmla="*/ 561975 w 987425"/>
                <a:gd name="csY122" fmla="*/ 263525 h 860425"/>
                <a:gd name="csX123" fmla="*/ 558800 w 987425"/>
                <a:gd name="csY123" fmla="*/ 254000 h 860425"/>
                <a:gd name="csX124" fmla="*/ 555625 w 987425"/>
                <a:gd name="csY124" fmla="*/ 244475 h 860425"/>
                <a:gd name="csX125" fmla="*/ 546100 w 987425"/>
                <a:gd name="csY125" fmla="*/ 206375 h 860425"/>
                <a:gd name="csX126" fmla="*/ 539750 w 987425"/>
                <a:gd name="csY126" fmla="*/ 174625 h 860425"/>
                <a:gd name="csX127" fmla="*/ 539750 w 987425"/>
                <a:gd name="csY127" fmla="*/ 136525 h 860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</a:cxnLst>
              <a:rect l="l" t="t" r="r" b="b"/>
              <a:pathLst>
                <a:path w="987425" h="860425">
                  <a:moveTo>
                    <a:pt x="419100" y="0"/>
                  </a:moveTo>
                  <a:cubicBezTo>
                    <a:pt x="420158" y="39158"/>
                    <a:pt x="419975" y="78370"/>
                    <a:pt x="422275" y="117475"/>
                  </a:cubicBezTo>
                  <a:cubicBezTo>
                    <a:pt x="423461" y="137629"/>
                    <a:pt x="427827" y="157935"/>
                    <a:pt x="431800" y="177800"/>
                  </a:cubicBezTo>
                  <a:cubicBezTo>
                    <a:pt x="430742" y="224367"/>
                    <a:pt x="431415" y="271005"/>
                    <a:pt x="428625" y="317500"/>
                  </a:cubicBezTo>
                  <a:cubicBezTo>
                    <a:pt x="428224" y="324181"/>
                    <a:pt x="427008" y="331817"/>
                    <a:pt x="422275" y="336550"/>
                  </a:cubicBezTo>
                  <a:cubicBezTo>
                    <a:pt x="394448" y="364377"/>
                    <a:pt x="429747" y="330323"/>
                    <a:pt x="403225" y="352425"/>
                  </a:cubicBezTo>
                  <a:cubicBezTo>
                    <a:pt x="399776" y="355300"/>
                    <a:pt x="397436" y="359459"/>
                    <a:pt x="393700" y="361950"/>
                  </a:cubicBezTo>
                  <a:cubicBezTo>
                    <a:pt x="390915" y="363806"/>
                    <a:pt x="387168" y="363628"/>
                    <a:pt x="384175" y="365125"/>
                  </a:cubicBezTo>
                  <a:cubicBezTo>
                    <a:pt x="380762" y="366832"/>
                    <a:pt x="378137" y="369925"/>
                    <a:pt x="374650" y="371475"/>
                  </a:cubicBezTo>
                  <a:cubicBezTo>
                    <a:pt x="368533" y="374193"/>
                    <a:pt x="355600" y="377825"/>
                    <a:pt x="355600" y="377825"/>
                  </a:cubicBezTo>
                  <a:cubicBezTo>
                    <a:pt x="334433" y="376767"/>
                    <a:pt x="313153" y="377079"/>
                    <a:pt x="292100" y="374650"/>
                  </a:cubicBezTo>
                  <a:cubicBezTo>
                    <a:pt x="285451" y="373883"/>
                    <a:pt x="279652" y="369400"/>
                    <a:pt x="273050" y="368300"/>
                  </a:cubicBezTo>
                  <a:cubicBezTo>
                    <a:pt x="266700" y="367242"/>
                    <a:pt x="260313" y="366388"/>
                    <a:pt x="254000" y="365125"/>
                  </a:cubicBezTo>
                  <a:cubicBezTo>
                    <a:pt x="242004" y="362726"/>
                    <a:pt x="234399" y="359650"/>
                    <a:pt x="222250" y="355600"/>
                  </a:cubicBezTo>
                  <a:lnTo>
                    <a:pt x="203200" y="349250"/>
                  </a:lnTo>
                  <a:cubicBezTo>
                    <a:pt x="200025" y="348192"/>
                    <a:pt x="196460" y="347931"/>
                    <a:pt x="193675" y="346075"/>
                  </a:cubicBezTo>
                  <a:cubicBezTo>
                    <a:pt x="190500" y="343958"/>
                    <a:pt x="187637" y="341275"/>
                    <a:pt x="184150" y="339725"/>
                  </a:cubicBezTo>
                  <a:cubicBezTo>
                    <a:pt x="178033" y="337007"/>
                    <a:pt x="170669" y="337088"/>
                    <a:pt x="165100" y="333375"/>
                  </a:cubicBezTo>
                  <a:cubicBezTo>
                    <a:pt x="161925" y="331258"/>
                    <a:pt x="159062" y="328575"/>
                    <a:pt x="155575" y="327025"/>
                  </a:cubicBezTo>
                  <a:cubicBezTo>
                    <a:pt x="149458" y="324307"/>
                    <a:pt x="142875" y="322792"/>
                    <a:pt x="136525" y="320675"/>
                  </a:cubicBezTo>
                  <a:cubicBezTo>
                    <a:pt x="120893" y="315464"/>
                    <a:pt x="130301" y="318050"/>
                    <a:pt x="107950" y="314325"/>
                  </a:cubicBezTo>
                  <a:cubicBezTo>
                    <a:pt x="98425" y="315383"/>
                    <a:pt x="88773" y="315620"/>
                    <a:pt x="79375" y="317500"/>
                  </a:cubicBezTo>
                  <a:cubicBezTo>
                    <a:pt x="52071" y="322961"/>
                    <a:pt x="68536" y="321332"/>
                    <a:pt x="50800" y="330200"/>
                  </a:cubicBezTo>
                  <a:cubicBezTo>
                    <a:pt x="24510" y="343345"/>
                    <a:pt x="59047" y="321527"/>
                    <a:pt x="31750" y="339725"/>
                  </a:cubicBezTo>
                  <a:cubicBezTo>
                    <a:pt x="29633" y="342900"/>
                    <a:pt x="28098" y="346552"/>
                    <a:pt x="25400" y="349250"/>
                  </a:cubicBezTo>
                  <a:cubicBezTo>
                    <a:pt x="14393" y="360257"/>
                    <a:pt x="16298" y="349885"/>
                    <a:pt x="9525" y="365125"/>
                  </a:cubicBezTo>
                  <a:cubicBezTo>
                    <a:pt x="6807" y="371242"/>
                    <a:pt x="5292" y="377825"/>
                    <a:pt x="3175" y="384175"/>
                  </a:cubicBezTo>
                  <a:lnTo>
                    <a:pt x="0" y="393700"/>
                  </a:lnTo>
                  <a:cubicBezTo>
                    <a:pt x="1058" y="418042"/>
                    <a:pt x="1306" y="442432"/>
                    <a:pt x="3175" y="466725"/>
                  </a:cubicBezTo>
                  <a:cubicBezTo>
                    <a:pt x="3432" y="470062"/>
                    <a:pt x="4853" y="473257"/>
                    <a:pt x="6350" y="476250"/>
                  </a:cubicBezTo>
                  <a:cubicBezTo>
                    <a:pt x="8057" y="479663"/>
                    <a:pt x="10993" y="482362"/>
                    <a:pt x="12700" y="485775"/>
                  </a:cubicBezTo>
                  <a:cubicBezTo>
                    <a:pt x="17865" y="496104"/>
                    <a:pt x="13126" y="495726"/>
                    <a:pt x="22225" y="504825"/>
                  </a:cubicBezTo>
                  <a:cubicBezTo>
                    <a:pt x="24923" y="507523"/>
                    <a:pt x="28575" y="509058"/>
                    <a:pt x="31750" y="511175"/>
                  </a:cubicBezTo>
                  <a:cubicBezTo>
                    <a:pt x="43392" y="528638"/>
                    <a:pt x="31750" y="513821"/>
                    <a:pt x="47625" y="527050"/>
                  </a:cubicBezTo>
                  <a:cubicBezTo>
                    <a:pt x="51074" y="529925"/>
                    <a:pt x="53225" y="534394"/>
                    <a:pt x="57150" y="536575"/>
                  </a:cubicBezTo>
                  <a:cubicBezTo>
                    <a:pt x="63001" y="539826"/>
                    <a:pt x="69850" y="540808"/>
                    <a:pt x="76200" y="542925"/>
                  </a:cubicBezTo>
                  <a:lnTo>
                    <a:pt x="85725" y="546100"/>
                  </a:lnTo>
                  <a:lnTo>
                    <a:pt x="95250" y="549275"/>
                  </a:lnTo>
                  <a:cubicBezTo>
                    <a:pt x="101200" y="548878"/>
                    <a:pt x="137250" y="550500"/>
                    <a:pt x="152400" y="542925"/>
                  </a:cubicBezTo>
                  <a:cubicBezTo>
                    <a:pt x="155813" y="541218"/>
                    <a:pt x="158750" y="538692"/>
                    <a:pt x="161925" y="536575"/>
                  </a:cubicBezTo>
                  <a:cubicBezTo>
                    <a:pt x="166158" y="530225"/>
                    <a:pt x="172212" y="524765"/>
                    <a:pt x="174625" y="517525"/>
                  </a:cubicBezTo>
                  <a:cubicBezTo>
                    <a:pt x="175683" y="514350"/>
                    <a:pt x="176303" y="510993"/>
                    <a:pt x="177800" y="508000"/>
                  </a:cubicBezTo>
                  <a:cubicBezTo>
                    <a:pt x="179507" y="504587"/>
                    <a:pt x="180914" y="500497"/>
                    <a:pt x="184150" y="498475"/>
                  </a:cubicBezTo>
                  <a:cubicBezTo>
                    <a:pt x="189826" y="494927"/>
                    <a:pt x="203200" y="492125"/>
                    <a:pt x="203200" y="492125"/>
                  </a:cubicBezTo>
                  <a:lnTo>
                    <a:pt x="355600" y="495300"/>
                  </a:lnTo>
                  <a:cubicBezTo>
                    <a:pt x="358935" y="495584"/>
                    <a:pt x="354050" y="501899"/>
                    <a:pt x="352425" y="504825"/>
                  </a:cubicBezTo>
                  <a:cubicBezTo>
                    <a:pt x="348719" y="511496"/>
                    <a:pt x="343958" y="517525"/>
                    <a:pt x="339725" y="523875"/>
                  </a:cubicBezTo>
                  <a:cubicBezTo>
                    <a:pt x="337608" y="527050"/>
                    <a:pt x="334582" y="529780"/>
                    <a:pt x="333375" y="533400"/>
                  </a:cubicBezTo>
                  <a:lnTo>
                    <a:pt x="330200" y="542925"/>
                  </a:lnTo>
                  <a:cubicBezTo>
                    <a:pt x="331258" y="549275"/>
                    <a:pt x="329683" y="556701"/>
                    <a:pt x="333375" y="561975"/>
                  </a:cubicBezTo>
                  <a:cubicBezTo>
                    <a:pt x="340868" y="572679"/>
                    <a:pt x="360206" y="577269"/>
                    <a:pt x="371475" y="581025"/>
                  </a:cubicBezTo>
                  <a:lnTo>
                    <a:pt x="381000" y="584200"/>
                  </a:lnTo>
                  <a:lnTo>
                    <a:pt x="390525" y="587375"/>
                  </a:lnTo>
                  <a:cubicBezTo>
                    <a:pt x="400588" y="602469"/>
                    <a:pt x="395668" y="593280"/>
                    <a:pt x="403225" y="615950"/>
                  </a:cubicBezTo>
                  <a:cubicBezTo>
                    <a:pt x="406734" y="626476"/>
                    <a:pt x="410567" y="636786"/>
                    <a:pt x="412750" y="647700"/>
                  </a:cubicBezTo>
                  <a:cubicBezTo>
                    <a:pt x="414013" y="654013"/>
                    <a:pt x="414867" y="660400"/>
                    <a:pt x="415925" y="666750"/>
                  </a:cubicBezTo>
                  <a:cubicBezTo>
                    <a:pt x="411803" y="695601"/>
                    <a:pt x="415117" y="681875"/>
                    <a:pt x="406400" y="708025"/>
                  </a:cubicBezTo>
                  <a:cubicBezTo>
                    <a:pt x="405342" y="711200"/>
                    <a:pt x="405081" y="714765"/>
                    <a:pt x="403225" y="717550"/>
                  </a:cubicBezTo>
                  <a:cubicBezTo>
                    <a:pt x="395019" y="729860"/>
                    <a:pt x="398082" y="723455"/>
                    <a:pt x="393700" y="736600"/>
                  </a:cubicBezTo>
                  <a:cubicBezTo>
                    <a:pt x="394758" y="762000"/>
                    <a:pt x="394997" y="787447"/>
                    <a:pt x="396875" y="812800"/>
                  </a:cubicBezTo>
                  <a:cubicBezTo>
                    <a:pt x="397122" y="816138"/>
                    <a:pt x="398553" y="819332"/>
                    <a:pt x="400050" y="822325"/>
                  </a:cubicBezTo>
                  <a:cubicBezTo>
                    <a:pt x="404283" y="830792"/>
                    <a:pt x="407458" y="833967"/>
                    <a:pt x="415925" y="838200"/>
                  </a:cubicBezTo>
                  <a:cubicBezTo>
                    <a:pt x="418918" y="839697"/>
                    <a:pt x="422457" y="839878"/>
                    <a:pt x="425450" y="841375"/>
                  </a:cubicBezTo>
                  <a:cubicBezTo>
                    <a:pt x="428863" y="843082"/>
                    <a:pt x="431488" y="846175"/>
                    <a:pt x="434975" y="847725"/>
                  </a:cubicBezTo>
                  <a:cubicBezTo>
                    <a:pt x="441092" y="850443"/>
                    <a:pt x="447675" y="851958"/>
                    <a:pt x="454025" y="854075"/>
                  </a:cubicBezTo>
                  <a:cubicBezTo>
                    <a:pt x="468670" y="858957"/>
                    <a:pt x="460268" y="856594"/>
                    <a:pt x="479425" y="860425"/>
                  </a:cubicBezTo>
                  <a:cubicBezTo>
                    <a:pt x="506942" y="859367"/>
                    <a:pt x="534558" y="859820"/>
                    <a:pt x="561975" y="857250"/>
                  </a:cubicBezTo>
                  <a:cubicBezTo>
                    <a:pt x="568639" y="856625"/>
                    <a:pt x="575456" y="854613"/>
                    <a:pt x="581025" y="850900"/>
                  </a:cubicBezTo>
                  <a:lnTo>
                    <a:pt x="600075" y="838200"/>
                  </a:lnTo>
                  <a:cubicBezTo>
                    <a:pt x="622766" y="804163"/>
                    <a:pt x="587429" y="855820"/>
                    <a:pt x="615950" y="819150"/>
                  </a:cubicBezTo>
                  <a:cubicBezTo>
                    <a:pt x="620635" y="813126"/>
                    <a:pt x="628650" y="800100"/>
                    <a:pt x="628650" y="800100"/>
                  </a:cubicBezTo>
                  <a:cubicBezTo>
                    <a:pt x="627592" y="781050"/>
                    <a:pt x="627842" y="761882"/>
                    <a:pt x="625475" y="742950"/>
                  </a:cubicBezTo>
                  <a:cubicBezTo>
                    <a:pt x="622745" y="721107"/>
                    <a:pt x="620086" y="728998"/>
                    <a:pt x="612775" y="714375"/>
                  </a:cubicBezTo>
                  <a:cubicBezTo>
                    <a:pt x="611278" y="711382"/>
                    <a:pt x="611097" y="707843"/>
                    <a:pt x="609600" y="704850"/>
                  </a:cubicBezTo>
                  <a:cubicBezTo>
                    <a:pt x="607893" y="701437"/>
                    <a:pt x="604957" y="698738"/>
                    <a:pt x="603250" y="695325"/>
                  </a:cubicBezTo>
                  <a:cubicBezTo>
                    <a:pt x="601753" y="692332"/>
                    <a:pt x="601700" y="688726"/>
                    <a:pt x="600075" y="685800"/>
                  </a:cubicBezTo>
                  <a:cubicBezTo>
                    <a:pt x="579559" y="648871"/>
                    <a:pt x="593387" y="684786"/>
                    <a:pt x="581025" y="647700"/>
                  </a:cubicBezTo>
                  <a:lnTo>
                    <a:pt x="577850" y="638175"/>
                  </a:lnTo>
                  <a:lnTo>
                    <a:pt x="574675" y="628650"/>
                  </a:lnTo>
                  <a:cubicBezTo>
                    <a:pt x="573617" y="619125"/>
                    <a:pt x="572620" y="609593"/>
                    <a:pt x="571500" y="600075"/>
                  </a:cubicBezTo>
                  <a:cubicBezTo>
                    <a:pt x="570503" y="591601"/>
                    <a:pt x="568325" y="583208"/>
                    <a:pt x="568325" y="574675"/>
                  </a:cubicBezTo>
                  <a:cubicBezTo>
                    <a:pt x="568325" y="554539"/>
                    <a:pt x="569101" y="534343"/>
                    <a:pt x="571500" y="514350"/>
                  </a:cubicBezTo>
                  <a:cubicBezTo>
                    <a:pt x="571825" y="511645"/>
                    <a:pt x="578260" y="489487"/>
                    <a:pt x="584200" y="485775"/>
                  </a:cubicBezTo>
                  <a:cubicBezTo>
                    <a:pt x="589876" y="482227"/>
                    <a:pt x="603250" y="479425"/>
                    <a:pt x="603250" y="479425"/>
                  </a:cubicBezTo>
                  <a:cubicBezTo>
                    <a:pt x="611717" y="480483"/>
                    <a:pt x="620234" y="481197"/>
                    <a:pt x="628650" y="482600"/>
                  </a:cubicBezTo>
                  <a:cubicBezTo>
                    <a:pt x="658831" y="487630"/>
                    <a:pt x="621928" y="484244"/>
                    <a:pt x="657225" y="488950"/>
                  </a:cubicBezTo>
                  <a:cubicBezTo>
                    <a:pt x="671419" y="490843"/>
                    <a:pt x="692986" y="491540"/>
                    <a:pt x="708025" y="495300"/>
                  </a:cubicBezTo>
                  <a:cubicBezTo>
                    <a:pt x="714519" y="496923"/>
                    <a:pt x="721506" y="497937"/>
                    <a:pt x="727075" y="501650"/>
                  </a:cubicBezTo>
                  <a:cubicBezTo>
                    <a:pt x="730250" y="503767"/>
                    <a:pt x="732919" y="506996"/>
                    <a:pt x="736600" y="508000"/>
                  </a:cubicBezTo>
                  <a:cubicBezTo>
                    <a:pt x="744832" y="510245"/>
                    <a:pt x="753553" y="509968"/>
                    <a:pt x="762000" y="511175"/>
                  </a:cubicBezTo>
                  <a:cubicBezTo>
                    <a:pt x="768373" y="512085"/>
                    <a:pt x="774737" y="513087"/>
                    <a:pt x="781050" y="514350"/>
                  </a:cubicBezTo>
                  <a:cubicBezTo>
                    <a:pt x="806246" y="519389"/>
                    <a:pt x="780403" y="515776"/>
                    <a:pt x="812800" y="523875"/>
                  </a:cubicBezTo>
                  <a:lnTo>
                    <a:pt x="825500" y="527050"/>
                  </a:lnTo>
                  <a:cubicBezTo>
                    <a:pt x="924265" y="523644"/>
                    <a:pt x="888441" y="533586"/>
                    <a:pt x="936625" y="517525"/>
                  </a:cubicBezTo>
                  <a:cubicBezTo>
                    <a:pt x="939800" y="516467"/>
                    <a:pt x="943365" y="516206"/>
                    <a:pt x="946150" y="514350"/>
                  </a:cubicBezTo>
                  <a:lnTo>
                    <a:pt x="955675" y="508000"/>
                  </a:lnTo>
                  <a:cubicBezTo>
                    <a:pt x="957792" y="504825"/>
                    <a:pt x="960318" y="501888"/>
                    <a:pt x="962025" y="498475"/>
                  </a:cubicBezTo>
                  <a:cubicBezTo>
                    <a:pt x="963522" y="495482"/>
                    <a:pt x="963575" y="491876"/>
                    <a:pt x="965200" y="488950"/>
                  </a:cubicBezTo>
                  <a:cubicBezTo>
                    <a:pt x="968906" y="482279"/>
                    <a:pt x="973667" y="476250"/>
                    <a:pt x="977900" y="469900"/>
                  </a:cubicBezTo>
                  <a:cubicBezTo>
                    <a:pt x="980017" y="466725"/>
                    <a:pt x="983043" y="463995"/>
                    <a:pt x="984250" y="460375"/>
                  </a:cubicBezTo>
                  <a:lnTo>
                    <a:pt x="987425" y="450850"/>
                  </a:lnTo>
                  <a:cubicBezTo>
                    <a:pt x="986367" y="430742"/>
                    <a:pt x="986649" y="410518"/>
                    <a:pt x="984250" y="390525"/>
                  </a:cubicBezTo>
                  <a:cubicBezTo>
                    <a:pt x="983453" y="383879"/>
                    <a:pt x="980017" y="377825"/>
                    <a:pt x="977900" y="371475"/>
                  </a:cubicBezTo>
                  <a:lnTo>
                    <a:pt x="974725" y="361950"/>
                  </a:lnTo>
                  <a:cubicBezTo>
                    <a:pt x="972460" y="355156"/>
                    <a:pt x="970993" y="347969"/>
                    <a:pt x="965200" y="342900"/>
                  </a:cubicBezTo>
                  <a:cubicBezTo>
                    <a:pt x="959457" y="337874"/>
                    <a:pt x="952500" y="334433"/>
                    <a:pt x="946150" y="330200"/>
                  </a:cubicBezTo>
                  <a:lnTo>
                    <a:pt x="936625" y="323850"/>
                  </a:lnTo>
                  <a:lnTo>
                    <a:pt x="927100" y="317500"/>
                  </a:lnTo>
                  <a:cubicBezTo>
                    <a:pt x="923925" y="315383"/>
                    <a:pt x="921195" y="312357"/>
                    <a:pt x="917575" y="311150"/>
                  </a:cubicBezTo>
                  <a:lnTo>
                    <a:pt x="908050" y="307975"/>
                  </a:lnTo>
                  <a:cubicBezTo>
                    <a:pt x="894292" y="309033"/>
                    <a:pt x="880467" y="309438"/>
                    <a:pt x="866775" y="311150"/>
                  </a:cubicBezTo>
                  <a:cubicBezTo>
                    <a:pt x="863454" y="311565"/>
                    <a:pt x="859863" y="312234"/>
                    <a:pt x="857250" y="314325"/>
                  </a:cubicBezTo>
                  <a:cubicBezTo>
                    <a:pt x="854270" y="316709"/>
                    <a:pt x="853598" y="321152"/>
                    <a:pt x="850900" y="323850"/>
                  </a:cubicBezTo>
                  <a:cubicBezTo>
                    <a:pt x="848202" y="326548"/>
                    <a:pt x="844550" y="328083"/>
                    <a:pt x="841375" y="330200"/>
                  </a:cubicBezTo>
                  <a:cubicBezTo>
                    <a:pt x="836329" y="337769"/>
                    <a:pt x="828103" y="352806"/>
                    <a:pt x="819150" y="358775"/>
                  </a:cubicBezTo>
                  <a:cubicBezTo>
                    <a:pt x="816365" y="360631"/>
                    <a:pt x="812800" y="360892"/>
                    <a:pt x="809625" y="361950"/>
                  </a:cubicBezTo>
                  <a:cubicBezTo>
                    <a:pt x="769408" y="360892"/>
                    <a:pt x="729144" y="361007"/>
                    <a:pt x="688975" y="358775"/>
                  </a:cubicBezTo>
                  <a:cubicBezTo>
                    <a:pt x="671936" y="357828"/>
                    <a:pt x="638175" y="352425"/>
                    <a:pt x="638175" y="352425"/>
                  </a:cubicBezTo>
                  <a:lnTo>
                    <a:pt x="619125" y="346075"/>
                  </a:lnTo>
                  <a:cubicBezTo>
                    <a:pt x="615950" y="345017"/>
                    <a:pt x="612385" y="344756"/>
                    <a:pt x="609600" y="342900"/>
                  </a:cubicBezTo>
                  <a:lnTo>
                    <a:pt x="590550" y="330200"/>
                  </a:lnTo>
                  <a:cubicBezTo>
                    <a:pt x="586317" y="323850"/>
                    <a:pt x="580263" y="318390"/>
                    <a:pt x="577850" y="311150"/>
                  </a:cubicBezTo>
                  <a:lnTo>
                    <a:pt x="561975" y="263525"/>
                  </a:lnTo>
                  <a:lnTo>
                    <a:pt x="558800" y="254000"/>
                  </a:lnTo>
                  <a:cubicBezTo>
                    <a:pt x="557742" y="250825"/>
                    <a:pt x="556437" y="247722"/>
                    <a:pt x="555625" y="244475"/>
                  </a:cubicBezTo>
                  <a:lnTo>
                    <a:pt x="546100" y="206375"/>
                  </a:lnTo>
                  <a:cubicBezTo>
                    <a:pt x="543625" y="196476"/>
                    <a:pt x="540306" y="184634"/>
                    <a:pt x="539750" y="174625"/>
                  </a:cubicBezTo>
                  <a:cubicBezTo>
                    <a:pt x="539046" y="161945"/>
                    <a:pt x="539750" y="149225"/>
                    <a:pt x="539750" y="136525"/>
                  </a:cubicBezTo>
                </a:path>
              </a:pathLst>
            </a:cu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Shape 137">
            <a:extLst>
              <a:ext uri="{FF2B5EF4-FFF2-40B4-BE49-F238E27FC236}">
                <a16:creationId xmlns:a16="http://schemas.microsoft.com/office/drawing/2014/main" id="{95E81A54-2FFE-BA71-5B4A-82B7888CA9DB}"/>
              </a:ext>
            </a:extLst>
          </p:cNvPr>
          <p:cNvSpPr/>
          <p:nvPr/>
        </p:nvSpPr>
        <p:spPr>
          <a:xfrm>
            <a:off x="10506488" y="850995"/>
            <a:ext cx="131037" cy="137071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solidFill>
              <a:srgbClr val="6B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102</Words>
  <Application>Microsoft Macintosh PowerPoint</Application>
  <PresentationFormat>Custom</PresentationFormat>
  <Paragraphs>23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Children's Hospital of Philadelphia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BICS Figure 2 - Ribosomal tRNA selection</dc:title>
  <dc:subject>Editable assembly source for BICS Figure 2</dc:subject>
  <dc:creator>Deanne M. Taylor</dc:creator>
  <cp:lastModifiedBy>Taylor, Deanne M</cp:lastModifiedBy>
  <cp:revision>5</cp:revision>
  <dcterms:created xsi:type="dcterms:W3CDTF">2026-10-09T18:20:58Z</dcterms:created>
  <dcterms:modified xsi:type="dcterms:W3CDTF">2026-10-10T08:58:54Z</dcterms:modified>
</cp:coreProperties>
</file>